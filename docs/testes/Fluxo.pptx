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7" r:id="rId4"/>
    <p:sldId id="258" r:id="rId5"/>
    <p:sldId id="259" r:id="rId6"/>
    <p:sldId id="263" r:id="rId7"/>
    <p:sldId id="270" r:id="rId8"/>
    <p:sldId id="271" r:id="rId9"/>
    <p:sldId id="272" r:id="rId10"/>
    <p:sldId id="273" r:id="rId11"/>
    <p:sldId id="275" r:id="rId12"/>
    <p:sldId id="277" r:id="rId13"/>
    <p:sldId id="276" r:id="rId14"/>
    <p:sldId id="264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65" r:id="rId25"/>
    <p:sldId id="287" r:id="rId26"/>
    <p:sldId id="288" r:id="rId27"/>
    <p:sldId id="289" r:id="rId28"/>
    <p:sldId id="268" r:id="rId29"/>
    <p:sldId id="266" r:id="rId30"/>
    <p:sldId id="290" r:id="rId31"/>
    <p:sldId id="269" r:id="rId32"/>
    <p:sldId id="291" r:id="rId33"/>
    <p:sldId id="267" r:id="rId34"/>
    <p:sldId id="260" r:id="rId35"/>
    <p:sldId id="292" r:id="rId36"/>
    <p:sldId id="293" r:id="rId37"/>
    <p:sldId id="294" r:id="rId38"/>
    <p:sldId id="295" r:id="rId39"/>
    <p:sldId id="296" r:id="rId40"/>
    <p:sldId id="297" r:id="rId41"/>
    <p:sldId id="298" r:id="rId4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5CF53F-0ECB-47E8-BF4C-79E84AB49EDD}" v="57" dt="2026-05-10T20:31:05.4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2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44" y="13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ônio vicente da Cruz" userId="a005248133279091" providerId="LiveId" clId="{23BC351F-CA7B-4115-B841-1E2FF2EAE64E}"/>
    <pc:docChg chg="undo redo custSel addSld delSld modSld sldOrd">
      <pc:chgData name="Antônio vicente da Cruz" userId="a005248133279091" providerId="LiveId" clId="{23BC351F-CA7B-4115-B841-1E2FF2EAE64E}" dt="2026-05-10T20:31:05.438" v="682"/>
      <pc:docMkLst>
        <pc:docMk/>
      </pc:docMkLst>
      <pc:sldChg chg="addSp delSp delDesignElem">
        <pc:chgData name="Antônio vicente da Cruz" userId="a005248133279091" providerId="LiveId" clId="{23BC351F-CA7B-4115-B841-1E2FF2EAE64E}" dt="2026-05-10T19:23:07.256" v="58"/>
        <pc:sldMkLst>
          <pc:docMk/>
          <pc:sldMk cId="2304364289" sldId="256"/>
        </pc:sldMkLst>
        <pc:spChg chg="add del">
          <ac:chgData name="Antônio vicente da Cruz" userId="a005248133279091" providerId="LiveId" clId="{23BC351F-CA7B-4115-B841-1E2FF2EAE64E}" dt="2026-05-10T19:23:07.256" v="58"/>
          <ac:spMkLst>
            <pc:docMk/>
            <pc:sldMk cId="2304364289" sldId="256"/>
            <ac:spMk id="56" creationId="{6753252F-4873-4F63-801D-CC719279A7D5}"/>
          </ac:spMkLst>
        </pc:spChg>
        <pc:spChg chg="add del">
          <ac:chgData name="Antônio vicente da Cruz" userId="a005248133279091" providerId="LiveId" clId="{23BC351F-CA7B-4115-B841-1E2FF2EAE64E}" dt="2026-05-10T19:23:07.256" v="58"/>
          <ac:spMkLst>
            <pc:docMk/>
            <pc:sldMk cId="2304364289" sldId="256"/>
            <ac:spMk id="58" creationId="{047C8CCB-F95D-4249-92DD-651249D3535A}"/>
          </ac:spMkLst>
        </pc:spChg>
      </pc:sldChg>
      <pc:sldChg chg="addSp delSp delDesignElem">
        <pc:chgData name="Antônio vicente da Cruz" userId="a005248133279091" providerId="LiveId" clId="{23BC351F-CA7B-4115-B841-1E2FF2EAE64E}" dt="2026-05-10T19:23:07.256" v="58"/>
        <pc:sldMkLst>
          <pc:docMk/>
          <pc:sldMk cId="1948423493" sldId="257"/>
        </pc:sldMkLst>
        <pc:spChg chg="add del">
          <ac:chgData name="Antônio vicente da Cruz" userId="a005248133279091" providerId="LiveId" clId="{23BC351F-CA7B-4115-B841-1E2FF2EAE64E}" dt="2026-05-10T19:23:07.256" v="58"/>
          <ac:spMkLst>
            <pc:docMk/>
            <pc:sldMk cId="1948423493" sldId="257"/>
            <ac:spMk id="56" creationId="{9CECD928-A50D-8085-6EBE-94AE5315FBE4}"/>
          </ac:spMkLst>
        </pc:spChg>
        <pc:spChg chg="add del">
          <ac:chgData name="Antônio vicente da Cruz" userId="a005248133279091" providerId="LiveId" clId="{23BC351F-CA7B-4115-B841-1E2FF2EAE64E}" dt="2026-05-10T19:23:07.256" v="58"/>
          <ac:spMkLst>
            <pc:docMk/>
            <pc:sldMk cId="1948423493" sldId="257"/>
            <ac:spMk id="58" creationId="{CE845111-65A4-69FD-B775-AF734EB80985}"/>
          </ac:spMkLst>
        </pc:spChg>
      </pc:sldChg>
      <pc:sldChg chg="addSp delSp modSp mod delDesignElem">
        <pc:chgData name="Antônio vicente da Cruz" userId="a005248133279091" providerId="LiveId" clId="{23BC351F-CA7B-4115-B841-1E2FF2EAE64E}" dt="2026-05-10T19:23:07.256" v="58"/>
        <pc:sldMkLst>
          <pc:docMk/>
          <pc:sldMk cId="1100024370" sldId="258"/>
        </pc:sldMkLst>
        <pc:spChg chg="mod">
          <ac:chgData name="Antônio vicente da Cruz" userId="a005248133279091" providerId="LiveId" clId="{23BC351F-CA7B-4115-B841-1E2FF2EAE64E}" dt="2026-05-10T19:23:07.256" v="58"/>
          <ac:spMkLst>
            <pc:docMk/>
            <pc:sldMk cId="1100024370" sldId="258"/>
            <ac:spMk id="4" creationId="{A8FAB71C-FB25-BF08-F88D-CDC65781AC8E}"/>
          </ac:spMkLst>
        </pc:spChg>
        <pc:spChg chg="add del">
          <ac:chgData name="Antônio vicente da Cruz" userId="a005248133279091" providerId="LiveId" clId="{23BC351F-CA7B-4115-B841-1E2FF2EAE64E}" dt="2026-05-10T19:23:07.256" v="58"/>
          <ac:spMkLst>
            <pc:docMk/>
            <pc:sldMk cId="1100024370" sldId="258"/>
            <ac:spMk id="56" creationId="{0A2CAA56-AB21-98D6-045E-4109B38B2AC5}"/>
          </ac:spMkLst>
        </pc:spChg>
        <pc:spChg chg="add del">
          <ac:chgData name="Antônio vicente da Cruz" userId="a005248133279091" providerId="LiveId" clId="{23BC351F-CA7B-4115-B841-1E2FF2EAE64E}" dt="2026-05-10T19:23:07.256" v="58"/>
          <ac:spMkLst>
            <pc:docMk/>
            <pc:sldMk cId="1100024370" sldId="258"/>
            <ac:spMk id="58" creationId="{7E754D78-F4EA-89CF-BB84-9218733A7A81}"/>
          </ac:spMkLst>
        </pc:spChg>
      </pc:sldChg>
      <pc:sldChg chg="addSp delSp delDesignElem">
        <pc:chgData name="Antônio vicente da Cruz" userId="a005248133279091" providerId="LiveId" clId="{23BC351F-CA7B-4115-B841-1E2FF2EAE64E}" dt="2026-05-10T19:23:07.256" v="58"/>
        <pc:sldMkLst>
          <pc:docMk/>
          <pc:sldMk cId="561824138" sldId="259"/>
        </pc:sldMkLst>
        <pc:spChg chg="add del">
          <ac:chgData name="Antônio vicente da Cruz" userId="a005248133279091" providerId="LiveId" clId="{23BC351F-CA7B-4115-B841-1E2FF2EAE64E}" dt="2026-05-10T19:23:07.256" v="58"/>
          <ac:spMkLst>
            <pc:docMk/>
            <pc:sldMk cId="561824138" sldId="259"/>
            <ac:spMk id="56" creationId="{3E188ABB-1E67-6E6C-65BB-DD6134AB9FBC}"/>
          </ac:spMkLst>
        </pc:spChg>
        <pc:spChg chg="add del">
          <ac:chgData name="Antônio vicente da Cruz" userId="a005248133279091" providerId="LiveId" clId="{23BC351F-CA7B-4115-B841-1E2FF2EAE64E}" dt="2026-05-10T19:23:07.256" v="58"/>
          <ac:spMkLst>
            <pc:docMk/>
            <pc:sldMk cId="561824138" sldId="259"/>
            <ac:spMk id="58" creationId="{05EAB75A-22BA-F1E8-F96B-F1D06FE3774E}"/>
          </ac:spMkLst>
        </pc:spChg>
      </pc:sldChg>
      <pc:sldChg chg="addSp delSp modSp mod ord delDesignElem">
        <pc:chgData name="Antônio vicente da Cruz" userId="a005248133279091" providerId="LiveId" clId="{23BC351F-CA7B-4115-B841-1E2FF2EAE64E}" dt="2026-05-10T20:13:01.379" v="582" actId="1076"/>
        <pc:sldMkLst>
          <pc:docMk/>
          <pc:sldMk cId="921587765" sldId="260"/>
        </pc:sldMkLst>
        <pc:spChg chg="mod">
          <ac:chgData name="Antônio vicente da Cruz" userId="a005248133279091" providerId="LiveId" clId="{23BC351F-CA7B-4115-B841-1E2FF2EAE64E}" dt="2026-05-10T20:12:09.153" v="568" actId="20577"/>
          <ac:spMkLst>
            <pc:docMk/>
            <pc:sldMk cId="921587765" sldId="260"/>
            <ac:spMk id="4" creationId="{815D0C35-D4C9-FEE3-B46E-73E226FF4D8A}"/>
          </ac:spMkLst>
        </pc:spChg>
        <pc:spChg chg="mod">
          <ac:chgData name="Antônio vicente da Cruz" userId="a005248133279091" providerId="LiveId" clId="{23BC351F-CA7B-4115-B841-1E2FF2EAE64E}" dt="2026-05-10T20:13:01.379" v="582" actId="1076"/>
          <ac:spMkLst>
            <pc:docMk/>
            <pc:sldMk cId="921587765" sldId="260"/>
            <ac:spMk id="5" creationId="{59DB7137-7C46-9CD3-2EE6-4CAF44AC7EA9}"/>
          </ac:spMkLst>
        </pc:spChg>
        <pc:spChg chg="mod">
          <ac:chgData name="Antônio vicente da Cruz" userId="a005248133279091" providerId="LiveId" clId="{23BC351F-CA7B-4115-B841-1E2FF2EAE64E}" dt="2026-05-10T20:12:58.957" v="581" actId="1076"/>
          <ac:spMkLst>
            <pc:docMk/>
            <pc:sldMk cId="921587765" sldId="260"/>
            <ac:spMk id="6" creationId="{2AE7BC67-59D8-5988-D959-554EC3534336}"/>
          </ac:spMkLst>
        </pc:spChg>
        <pc:spChg chg="add del">
          <ac:chgData name="Antônio vicente da Cruz" userId="a005248133279091" providerId="LiveId" clId="{23BC351F-CA7B-4115-B841-1E2FF2EAE64E}" dt="2026-05-10T19:23:07.256" v="58"/>
          <ac:spMkLst>
            <pc:docMk/>
            <pc:sldMk cId="921587765" sldId="260"/>
            <ac:spMk id="56" creationId="{707EF680-B9BD-7C69-23A4-3DBA347D41E3}"/>
          </ac:spMkLst>
        </pc:spChg>
        <pc:spChg chg="add del">
          <ac:chgData name="Antônio vicente da Cruz" userId="a005248133279091" providerId="LiveId" clId="{23BC351F-CA7B-4115-B841-1E2FF2EAE64E}" dt="2026-05-10T19:23:07.256" v="58"/>
          <ac:spMkLst>
            <pc:docMk/>
            <pc:sldMk cId="921587765" sldId="260"/>
            <ac:spMk id="58" creationId="{A71DB6EC-5F5B-8FEF-4371-613B027EC42D}"/>
          </ac:spMkLst>
        </pc:spChg>
        <pc:picChg chg="del">
          <ac:chgData name="Antônio vicente da Cruz" userId="a005248133279091" providerId="LiveId" clId="{23BC351F-CA7B-4115-B841-1E2FF2EAE64E}" dt="2026-05-10T20:12:21.134" v="569" actId="478"/>
          <ac:picMkLst>
            <pc:docMk/>
            <pc:sldMk cId="921587765" sldId="260"/>
            <ac:picMk id="3" creationId="{F2891631-0AFF-A23B-82E2-28CA4F6DC03B}"/>
          </ac:picMkLst>
        </pc:picChg>
        <pc:picChg chg="add mod ord">
          <ac:chgData name="Antônio vicente da Cruz" userId="a005248133279091" providerId="LiveId" clId="{23BC351F-CA7B-4115-B841-1E2FF2EAE64E}" dt="2026-05-10T20:12:54.635" v="580" actId="1076"/>
          <ac:picMkLst>
            <pc:docMk/>
            <pc:sldMk cId="921587765" sldId="260"/>
            <ac:picMk id="7" creationId="{1C54DA8F-7C74-06C8-14A7-76A4F6DF51B6}"/>
          </ac:picMkLst>
        </pc:picChg>
      </pc:sldChg>
      <pc:sldChg chg="addSp delSp modSp del mod ord delDesignElem">
        <pc:chgData name="Antônio vicente da Cruz" userId="a005248133279091" providerId="LiveId" clId="{23BC351F-CA7B-4115-B841-1E2FF2EAE64E}" dt="2026-05-10T19:48:00.878" v="283" actId="47"/>
        <pc:sldMkLst>
          <pc:docMk/>
          <pc:sldMk cId="4239991567" sldId="261"/>
        </pc:sldMkLst>
        <pc:spChg chg="mod">
          <ac:chgData name="Antônio vicente da Cruz" userId="a005248133279091" providerId="LiveId" clId="{23BC351F-CA7B-4115-B841-1E2FF2EAE64E}" dt="2026-05-10T19:30:27.476" v="141" actId="20577"/>
          <ac:spMkLst>
            <pc:docMk/>
            <pc:sldMk cId="4239991567" sldId="261"/>
            <ac:spMk id="4" creationId="{8FC7C2F4-F744-EC00-1C0F-0EA74BE068C7}"/>
          </ac:spMkLst>
        </pc:spChg>
        <pc:spChg chg="add del">
          <ac:chgData name="Antônio vicente da Cruz" userId="a005248133279091" providerId="LiveId" clId="{23BC351F-CA7B-4115-B841-1E2FF2EAE64E}" dt="2026-05-10T19:23:07.256" v="58"/>
          <ac:spMkLst>
            <pc:docMk/>
            <pc:sldMk cId="4239991567" sldId="261"/>
            <ac:spMk id="56" creationId="{54CF7F4A-E064-E68C-A33D-218B97A7B665}"/>
          </ac:spMkLst>
        </pc:spChg>
        <pc:spChg chg="add del">
          <ac:chgData name="Antônio vicente da Cruz" userId="a005248133279091" providerId="LiveId" clId="{23BC351F-CA7B-4115-B841-1E2FF2EAE64E}" dt="2026-05-10T19:23:07.256" v="58"/>
          <ac:spMkLst>
            <pc:docMk/>
            <pc:sldMk cId="4239991567" sldId="261"/>
            <ac:spMk id="58" creationId="{6F6648EA-A7FD-7FFA-9DD6-C492CA20AD94}"/>
          </ac:spMkLst>
        </pc:spChg>
      </pc:sldChg>
      <pc:sldChg chg="addSp delSp modSp add mod ord setBg addAnim delAnim setClrOvrMap delDesignElem chgLayout">
        <pc:chgData name="Antônio vicente da Cruz" userId="a005248133279091" providerId="LiveId" clId="{23BC351F-CA7B-4115-B841-1E2FF2EAE64E}" dt="2026-05-10T19:27:01.218" v="104" actId="1076"/>
        <pc:sldMkLst>
          <pc:docMk/>
          <pc:sldMk cId="1652682680" sldId="262"/>
        </pc:sldMkLst>
        <pc:spChg chg="add del">
          <ac:chgData name="Antônio vicente da Cruz" userId="a005248133279091" providerId="LiveId" clId="{23BC351F-CA7B-4115-B841-1E2FF2EAE64E}" dt="2026-05-10T19:23:12.728" v="63" actId="478"/>
          <ac:spMkLst>
            <pc:docMk/>
            <pc:sldMk cId="1652682680" sldId="262"/>
            <ac:spMk id="4" creationId="{853AE919-13CD-0B4C-C829-1E0D09E194F5}"/>
          </ac:spMkLst>
        </pc:spChg>
        <pc:spChg chg="del">
          <ac:chgData name="Antônio vicente da Cruz" userId="a005248133279091" providerId="LiveId" clId="{23BC351F-CA7B-4115-B841-1E2FF2EAE64E}" dt="2026-05-10T19:18:36.908" v="4" actId="478"/>
          <ac:spMkLst>
            <pc:docMk/>
            <pc:sldMk cId="1652682680" sldId="262"/>
            <ac:spMk id="5" creationId="{29A57CD4-F0CF-BA78-D013-EE37F66064C4}"/>
          </ac:spMkLst>
        </pc:spChg>
        <pc:spChg chg="del">
          <ac:chgData name="Antônio vicente da Cruz" userId="a005248133279091" providerId="LiveId" clId="{23BC351F-CA7B-4115-B841-1E2FF2EAE64E}" dt="2026-05-10T19:18:36.908" v="4" actId="478"/>
          <ac:spMkLst>
            <pc:docMk/>
            <pc:sldMk cId="1652682680" sldId="262"/>
            <ac:spMk id="6" creationId="{E5B16E67-26F0-1386-9B35-2F85A0AC48D9}"/>
          </ac:spMkLst>
        </pc:spChg>
        <pc:spChg chg="add del mod ord">
          <ac:chgData name="Antônio vicente da Cruz" userId="a005248133279091" providerId="LiveId" clId="{23BC351F-CA7B-4115-B841-1E2FF2EAE64E}" dt="2026-05-10T19:27:01.218" v="104" actId="1076"/>
          <ac:spMkLst>
            <pc:docMk/>
            <pc:sldMk cId="1652682680" sldId="262"/>
            <ac:spMk id="7" creationId="{DED5B528-8D7F-E8CF-E712-76813EEDADD0}"/>
          </ac:spMkLst>
        </pc:spChg>
        <pc:spChg chg="add del">
          <ac:chgData name="Antônio vicente da Cruz" userId="a005248133279091" providerId="LiveId" clId="{23BC351F-CA7B-4115-B841-1E2FF2EAE64E}" dt="2026-05-10T19:22:06.651" v="34" actId="26606"/>
          <ac:spMkLst>
            <pc:docMk/>
            <pc:sldMk cId="1652682680" sldId="262"/>
            <ac:spMk id="9" creationId="{52C0B2E1-0268-42EC-ABD3-94F81A05BCBD}"/>
          </ac:spMkLst>
        </pc:spChg>
        <pc:spChg chg="add del">
          <ac:chgData name="Antônio vicente da Cruz" userId="a005248133279091" providerId="LiveId" clId="{23BC351F-CA7B-4115-B841-1E2FF2EAE64E}" dt="2026-05-10T19:22:06.651" v="34" actId="26606"/>
          <ac:spMkLst>
            <pc:docMk/>
            <pc:sldMk cId="1652682680" sldId="262"/>
            <ac:spMk id="10" creationId="{7D2256B4-48EA-40FC-BBC0-AA1EE6E0080C}"/>
          </ac:spMkLst>
        </pc:spChg>
        <pc:spChg chg="add del">
          <ac:chgData name="Antônio vicente da Cruz" userId="a005248133279091" providerId="LiveId" clId="{23BC351F-CA7B-4115-B841-1E2FF2EAE64E}" dt="2026-05-10T19:20:40.025" v="14" actId="26606"/>
          <ac:spMkLst>
            <pc:docMk/>
            <pc:sldMk cId="1652682680" sldId="262"/>
            <ac:spMk id="12" creationId="{BAD76F3E-3A97-486B-B402-44400A8B9173}"/>
          </ac:spMkLst>
        </pc:spChg>
        <pc:spChg chg="add del">
          <ac:chgData name="Antônio vicente da Cruz" userId="a005248133279091" providerId="LiveId" clId="{23BC351F-CA7B-4115-B841-1E2FF2EAE64E}" dt="2026-05-10T19:23:01.347" v="52" actId="26606"/>
          <ac:spMkLst>
            <pc:docMk/>
            <pc:sldMk cId="1652682680" sldId="262"/>
            <ac:spMk id="13" creationId="{23522FE7-5A29-4EF6-B1EF-2CA55748A772}"/>
          </ac:spMkLst>
        </pc:spChg>
        <pc:spChg chg="add del">
          <ac:chgData name="Antônio vicente da Cruz" userId="a005248133279091" providerId="LiveId" clId="{23BC351F-CA7B-4115-B841-1E2FF2EAE64E}" dt="2026-05-10T19:20:40.025" v="14" actId="26606"/>
          <ac:spMkLst>
            <pc:docMk/>
            <pc:sldMk cId="1652682680" sldId="262"/>
            <ac:spMk id="14" creationId="{391F6B52-91F4-4AEB-B6DB-29FEBCF28C8B}"/>
          </ac:spMkLst>
        </pc:spChg>
        <pc:spChg chg="add del">
          <ac:chgData name="Antônio vicente da Cruz" userId="a005248133279091" providerId="LiveId" clId="{23BC351F-CA7B-4115-B841-1E2FF2EAE64E}" dt="2026-05-10T19:20:40.025" v="14" actId="26606"/>
          <ac:spMkLst>
            <pc:docMk/>
            <pc:sldMk cId="1652682680" sldId="262"/>
            <ac:spMk id="16" creationId="{2CD6F061-7C53-44F4-9794-953DB70A451B}"/>
          </ac:spMkLst>
        </pc:spChg>
        <pc:spChg chg="add del">
          <ac:chgData name="Antônio vicente da Cruz" userId="a005248133279091" providerId="LiveId" clId="{23BC351F-CA7B-4115-B841-1E2FF2EAE64E}" dt="2026-05-10T19:22:06.651" v="34" actId="26606"/>
          <ac:spMkLst>
            <pc:docMk/>
            <pc:sldMk cId="1652682680" sldId="262"/>
            <ac:spMk id="18" creationId="{8C6E698C-8155-4B8B-BDC9-B7299772B509}"/>
          </ac:spMkLst>
        </pc:spChg>
        <pc:spChg chg="add del">
          <ac:chgData name="Antônio vicente da Cruz" userId="a005248133279091" providerId="LiveId" clId="{23BC351F-CA7B-4115-B841-1E2FF2EAE64E}" dt="2026-05-10T19:23:01.347" v="52" actId="26606"/>
          <ac:spMkLst>
            <pc:docMk/>
            <pc:sldMk cId="1652682680" sldId="262"/>
            <ac:spMk id="21" creationId="{352BB3D1-FC10-43EE-8114-34C0EBA6F825}"/>
          </ac:spMkLst>
        </pc:spChg>
        <pc:spChg chg="add del">
          <ac:chgData name="Antônio vicente da Cruz" userId="a005248133279091" providerId="LiveId" clId="{23BC351F-CA7B-4115-B841-1E2FF2EAE64E}" dt="2026-05-10T19:22:06.651" v="34" actId="26606"/>
          <ac:spMkLst>
            <pc:docMk/>
            <pc:sldMk cId="1652682680" sldId="262"/>
            <ac:spMk id="22" creationId="{8A549DE7-671D-4575-AF43-858FD99981CF}"/>
          </ac:spMkLst>
        </pc:spChg>
        <pc:spChg chg="add del">
          <ac:chgData name="Antônio vicente da Cruz" userId="a005248133279091" providerId="LiveId" clId="{23BC351F-CA7B-4115-B841-1E2FF2EAE64E}" dt="2026-05-10T19:22:06.651" v="34" actId="26606"/>
          <ac:spMkLst>
            <pc:docMk/>
            <pc:sldMk cId="1652682680" sldId="262"/>
            <ac:spMk id="24" creationId="{C22D9B36-9BE7-472B-8808-7E0D6810738F}"/>
          </ac:spMkLst>
        </pc:spChg>
        <pc:spChg chg="add del">
          <ac:chgData name="Antônio vicente da Cruz" userId="a005248133279091" providerId="LiveId" clId="{23BC351F-CA7B-4115-B841-1E2FF2EAE64E}" dt="2026-05-10T19:22:58.079" v="50" actId="26606"/>
          <ac:spMkLst>
            <pc:docMk/>
            <pc:sldMk cId="1652682680" sldId="262"/>
            <ac:spMk id="25" creationId="{BAD76F3E-3A97-486B-B402-44400A8B9173}"/>
          </ac:spMkLst>
        </pc:spChg>
        <pc:spChg chg="add del">
          <ac:chgData name="Antônio vicente da Cruz" userId="a005248133279091" providerId="LiveId" clId="{23BC351F-CA7B-4115-B841-1E2FF2EAE64E}" dt="2026-05-10T19:22:09.183" v="37" actId="26606"/>
          <ac:spMkLst>
            <pc:docMk/>
            <pc:sldMk cId="1652682680" sldId="262"/>
            <ac:spMk id="26" creationId="{52C0B2E1-0268-42EC-ABD3-94F81A05BCBD}"/>
          </ac:spMkLst>
        </pc:spChg>
        <pc:spChg chg="add del">
          <ac:chgData name="Antônio vicente da Cruz" userId="a005248133279091" providerId="LiveId" clId="{23BC351F-CA7B-4115-B841-1E2FF2EAE64E}" dt="2026-05-10T19:22:09.183" v="37" actId="26606"/>
          <ac:spMkLst>
            <pc:docMk/>
            <pc:sldMk cId="1652682680" sldId="262"/>
            <ac:spMk id="27" creationId="{7D2256B4-48EA-40FC-BBC0-AA1EE6E0080C}"/>
          </ac:spMkLst>
        </pc:spChg>
        <pc:spChg chg="add del">
          <ac:chgData name="Antônio vicente da Cruz" userId="a005248133279091" providerId="LiveId" clId="{23BC351F-CA7B-4115-B841-1E2FF2EAE64E}" dt="2026-05-10T19:22:09.183" v="37" actId="26606"/>
          <ac:spMkLst>
            <pc:docMk/>
            <pc:sldMk cId="1652682680" sldId="262"/>
            <ac:spMk id="29" creationId="{8C6E698C-8155-4B8B-BDC9-B7299772B509}"/>
          </ac:spMkLst>
        </pc:spChg>
        <pc:spChg chg="add del">
          <ac:chgData name="Antônio vicente da Cruz" userId="a005248133279091" providerId="LiveId" clId="{23BC351F-CA7B-4115-B841-1E2FF2EAE64E}" dt="2026-05-10T19:22:09.183" v="37" actId="26606"/>
          <ac:spMkLst>
            <pc:docMk/>
            <pc:sldMk cId="1652682680" sldId="262"/>
            <ac:spMk id="30" creationId="{0EEF5601-A8BC-411D-AA64-3E79320BA122}"/>
          </ac:spMkLst>
        </pc:spChg>
        <pc:spChg chg="add del">
          <ac:chgData name="Antônio vicente da Cruz" userId="a005248133279091" providerId="LiveId" clId="{23BC351F-CA7B-4115-B841-1E2FF2EAE64E}" dt="2026-05-10T19:22:09.183" v="37" actId="26606"/>
          <ac:spMkLst>
            <pc:docMk/>
            <pc:sldMk cId="1652682680" sldId="262"/>
            <ac:spMk id="31" creationId="{33209156-242F-4B26-8D07-CEB2B68A9F9A}"/>
          </ac:spMkLst>
        </pc:spChg>
        <pc:spChg chg="add del">
          <ac:chgData name="Antônio vicente da Cruz" userId="a005248133279091" providerId="LiveId" clId="{23BC351F-CA7B-4115-B841-1E2FF2EAE64E}" dt="2026-05-10T19:22:58.079" v="50" actId="26606"/>
          <ac:spMkLst>
            <pc:docMk/>
            <pc:sldMk cId="1652682680" sldId="262"/>
            <ac:spMk id="32" creationId="{391F6B52-91F4-4AEB-B6DB-29FEBCF28C8B}"/>
          </ac:spMkLst>
        </pc:spChg>
        <pc:spChg chg="add del">
          <ac:chgData name="Antônio vicente da Cruz" userId="a005248133279091" providerId="LiveId" clId="{23BC351F-CA7B-4115-B841-1E2FF2EAE64E}" dt="2026-05-10T19:22:10.550" v="39" actId="26606"/>
          <ac:spMkLst>
            <pc:docMk/>
            <pc:sldMk cId="1652682680" sldId="262"/>
            <ac:spMk id="33" creationId="{52C0B2E1-0268-42EC-ABD3-94F81A05BCBD}"/>
          </ac:spMkLst>
        </pc:spChg>
        <pc:spChg chg="add del">
          <ac:chgData name="Antônio vicente da Cruz" userId="a005248133279091" providerId="LiveId" clId="{23BC351F-CA7B-4115-B841-1E2FF2EAE64E}" dt="2026-05-10T19:22:10.550" v="39" actId="26606"/>
          <ac:spMkLst>
            <pc:docMk/>
            <pc:sldMk cId="1652682680" sldId="262"/>
            <ac:spMk id="34" creationId="{7D2256B4-48EA-40FC-BBC0-AA1EE6E0080C}"/>
          </ac:spMkLst>
        </pc:spChg>
        <pc:spChg chg="add del">
          <ac:chgData name="Antônio vicente da Cruz" userId="a005248133279091" providerId="LiveId" clId="{23BC351F-CA7B-4115-B841-1E2FF2EAE64E}" dt="2026-05-10T19:22:10.550" v="39" actId="26606"/>
          <ac:spMkLst>
            <pc:docMk/>
            <pc:sldMk cId="1652682680" sldId="262"/>
            <ac:spMk id="36" creationId="{8C6E698C-8155-4B8B-BDC9-B7299772B509}"/>
          </ac:spMkLst>
        </pc:spChg>
        <pc:spChg chg="add del">
          <ac:chgData name="Antônio vicente da Cruz" userId="a005248133279091" providerId="LiveId" clId="{23BC351F-CA7B-4115-B841-1E2FF2EAE64E}" dt="2026-05-10T19:22:10.550" v="39" actId="26606"/>
          <ac:spMkLst>
            <pc:docMk/>
            <pc:sldMk cId="1652682680" sldId="262"/>
            <ac:spMk id="37" creationId="{0EEF5601-A8BC-411D-AA64-3E79320BA122}"/>
          </ac:spMkLst>
        </pc:spChg>
        <pc:spChg chg="add del">
          <ac:chgData name="Antônio vicente da Cruz" userId="a005248133279091" providerId="LiveId" clId="{23BC351F-CA7B-4115-B841-1E2FF2EAE64E}" dt="2026-05-10T19:22:10.550" v="39" actId="26606"/>
          <ac:spMkLst>
            <pc:docMk/>
            <pc:sldMk cId="1652682680" sldId="262"/>
            <ac:spMk id="38" creationId="{33209156-242F-4B26-8D07-CEB2B68A9F9A}"/>
          </ac:spMkLst>
        </pc:spChg>
        <pc:spChg chg="add del">
          <ac:chgData name="Antônio vicente da Cruz" userId="a005248133279091" providerId="LiveId" clId="{23BC351F-CA7B-4115-B841-1E2FF2EAE64E}" dt="2026-05-10T19:22:58.079" v="50" actId="26606"/>
          <ac:spMkLst>
            <pc:docMk/>
            <pc:sldMk cId="1652682680" sldId="262"/>
            <ac:spMk id="39" creationId="{2CD6F061-7C53-44F4-9794-953DB70A451B}"/>
          </ac:spMkLst>
        </pc:spChg>
        <pc:spChg chg="add del">
          <ac:chgData name="Antônio vicente da Cruz" userId="a005248133279091" providerId="LiveId" clId="{23BC351F-CA7B-4115-B841-1E2FF2EAE64E}" dt="2026-05-10T19:22:11.787" v="41" actId="26606"/>
          <ac:spMkLst>
            <pc:docMk/>
            <pc:sldMk cId="1652682680" sldId="262"/>
            <ac:spMk id="40" creationId="{52C0B2E1-0268-42EC-ABD3-94F81A05BCBD}"/>
          </ac:spMkLst>
        </pc:spChg>
        <pc:spChg chg="add del">
          <ac:chgData name="Antônio vicente da Cruz" userId="a005248133279091" providerId="LiveId" clId="{23BC351F-CA7B-4115-B841-1E2FF2EAE64E}" dt="2026-05-10T19:22:11.787" v="41" actId="26606"/>
          <ac:spMkLst>
            <pc:docMk/>
            <pc:sldMk cId="1652682680" sldId="262"/>
            <ac:spMk id="41" creationId="{7D2256B4-48EA-40FC-BBC0-AA1EE6E0080C}"/>
          </ac:spMkLst>
        </pc:spChg>
        <pc:spChg chg="add del">
          <ac:chgData name="Antônio vicente da Cruz" userId="a005248133279091" providerId="LiveId" clId="{23BC351F-CA7B-4115-B841-1E2FF2EAE64E}" dt="2026-05-10T19:22:11.787" v="41" actId="26606"/>
          <ac:spMkLst>
            <pc:docMk/>
            <pc:sldMk cId="1652682680" sldId="262"/>
            <ac:spMk id="43" creationId="{FBDCECDC-EEE3-4128-AA5E-82A8C08796E8}"/>
          </ac:spMkLst>
        </pc:spChg>
        <pc:spChg chg="add del">
          <ac:chgData name="Antônio vicente da Cruz" userId="a005248133279091" providerId="LiveId" clId="{23BC351F-CA7B-4115-B841-1E2FF2EAE64E}" dt="2026-05-10T19:22:11.787" v="41" actId="26606"/>
          <ac:spMkLst>
            <pc:docMk/>
            <pc:sldMk cId="1652682680" sldId="262"/>
            <ac:spMk id="44" creationId="{4260EDE0-989C-4E16-AF94-F652294D828E}"/>
          </ac:spMkLst>
        </pc:spChg>
        <pc:spChg chg="add del">
          <ac:chgData name="Antônio vicente da Cruz" userId="a005248133279091" providerId="LiveId" clId="{23BC351F-CA7B-4115-B841-1E2FF2EAE64E}" dt="2026-05-10T19:22:11.787" v="41" actId="26606"/>
          <ac:spMkLst>
            <pc:docMk/>
            <pc:sldMk cId="1652682680" sldId="262"/>
            <ac:spMk id="45" creationId="{1F3985C0-E548-44D2-B30E-F3E42DADE133}"/>
          </ac:spMkLst>
        </pc:spChg>
        <pc:spChg chg="add del">
          <ac:chgData name="Antônio vicente da Cruz" userId="a005248133279091" providerId="LiveId" clId="{23BC351F-CA7B-4115-B841-1E2FF2EAE64E}" dt="2026-05-10T19:23:05.284" v="56" actId="26606"/>
          <ac:spMkLst>
            <pc:docMk/>
            <pc:sldMk cId="1652682680" sldId="262"/>
            <ac:spMk id="47" creationId="{52C0B2E1-0268-42EC-ABD3-94F81A05BCBD}"/>
          </ac:spMkLst>
        </pc:spChg>
        <pc:spChg chg="add del">
          <ac:chgData name="Antônio vicente da Cruz" userId="a005248133279091" providerId="LiveId" clId="{23BC351F-CA7B-4115-B841-1E2FF2EAE64E}" dt="2026-05-10T19:23:05.284" v="56" actId="26606"/>
          <ac:spMkLst>
            <pc:docMk/>
            <pc:sldMk cId="1652682680" sldId="262"/>
            <ac:spMk id="48" creationId="{7D2256B4-48EA-40FC-BBC0-AA1EE6E0080C}"/>
          </ac:spMkLst>
        </pc:spChg>
        <pc:spChg chg="add del">
          <ac:chgData name="Antônio vicente da Cruz" userId="a005248133279091" providerId="LiveId" clId="{23BC351F-CA7B-4115-B841-1E2FF2EAE64E}" dt="2026-05-10T19:23:05.284" v="56" actId="26606"/>
          <ac:spMkLst>
            <pc:docMk/>
            <pc:sldMk cId="1652682680" sldId="262"/>
            <ac:spMk id="50" creationId="{88C4CF77-7AF8-4122-A7B0-041ABDF16B2B}"/>
          </ac:spMkLst>
        </pc:spChg>
        <pc:spChg chg="add del">
          <ac:chgData name="Antônio vicente da Cruz" userId="a005248133279091" providerId="LiveId" clId="{23BC351F-CA7B-4115-B841-1E2FF2EAE64E}" dt="2026-05-10T19:23:05.284" v="56" actId="26606"/>
          <ac:spMkLst>
            <pc:docMk/>
            <pc:sldMk cId="1652682680" sldId="262"/>
            <ac:spMk id="51" creationId="{D509D458-5758-41CE-89DE-485C1BBCD86D}"/>
          </ac:spMkLst>
        </pc:spChg>
        <pc:spChg chg="add del">
          <ac:chgData name="Antônio vicente da Cruz" userId="a005248133279091" providerId="LiveId" clId="{23BC351F-CA7B-4115-B841-1E2FF2EAE64E}" dt="2026-05-10T19:23:05.284" v="56" actId="26606"/>
          <ac:spMkLst>
            <pc:docMk/>
            <pc:sldMk cId="1652682680" sldId="262"/>
            <ac:spMk id="52" creationId="{1D38966F-378A-47DC-83CC-D5A783224D48}"/>
          </ac:spMkLst>
        </pc:spChg>
        <pc:spChg chg="add del">
          <ac:chgData name="Antônio vicente da Cruz" userId="a005248133279091" providerId="LiveId" clId="{23BC351F-CA7B-4115-B841-1E2FF2EAE64E}" dt="2026-05-10T19:25:49.542" v="90" actId="26606"/>
          <ac:spMkLst>
            <pc:docMk/>
            <pc:sldMk cId="1652682680" sldId="262"/>
            <ac:spMk id="56" creationId="{BBC28B9A-5EC6-2185-0DBF-28F8C8421E8F}"/>
          </ac:spMkLst>
        </pc:spChg>
        <pc:spChg chg="add del">
          <ac:chgData name="Antônio vicente da Cruz" userId="a005248133279091" providerId="LiveId" clId="{23BC351F-CA7B-4115-B841-1E2FF2EAE64E}" dt="2026-05-10T19:25:49.542" v="90" actId="26606"/>
          <ac:spMkLst>
            <pc:docMk/>
            <pc:sldMk cId="1652682680" sldId="262"/>
            <ac:spMk id="58" creationId="{B3459291-01B0-7352-95E8-DC93B0F90DB8}"/>
          </ac:spMkLst>
        </pc:spChg>
        <pc:spChg chg="add del">
          <ac:chgData name="Antônio vicente da Cruz" userId="a005248133279091" providerId="LiveId" clId="{23BC351F-CA7B-4115-B841-1E2FF2EAE64E}" dt="2026-05-10T19:25:49.542" v="90" actId="26606"/>
          <ac:spMkLst>
            <pc:docMk/>
            <pc:sldMk cId="1652682680" sldId="262"/>
            <ac:spMk id="60" creationId="{BAD76F3E-3A97-486B-B402-44400A8B9173}"/>
          </ac:spMkLst>
        </pc:spChg>
        <pc:spChg chg="add del">
          <ac:chgData name="Antônio vicente da Cruz" userId="a005248133279091" providerId="LiveId" clId="{23BC351F-CA7B-4115-B841-1E2FF2EAE64E}" dt="2026-05-10T19:25:49.542" v="90" actId="26606"/>
          <ac:spMkLst>
            <pc:docMk/>
            <pc:sldMk cId="1652682680" sldId="262"/>
            <ac:spMk id="61" creationId="{391F6B52-91F4-4AEB-B6DB-29FEBCF28C8B}"/>
          </ac:spMkLst>
        </pc:spChg>
        <pc:spChg chg="add del">
          <ac:chgData name="Antônio vicente da Cruz" userId="a005248133279091" providerId="LiveId" clId="{23BC351F-CA7B-4115-B841-1E2FF2EAE64E}" dt="2026-05-10T19:25:49.542" v="90" actId="26606"/>
          <ac:spMkLst>
            <pc:docMk/>
            <pc:sldMk cId="1652682680" sldId="262"/>
            <ac:spMk id="62" creationId="{2CD6F061-7C53-44F4-9794-953DB70A451B}"/>
          </ac:spMkLst>
        </pc:spChg>
        <pc:spChg chg="add del">
          <ac:chgData name="Antônio vicente da Cruz" userId="a005248133279091" providerId="LiveId" clId="{23BC351F-CA7B-4115-B841-1E2FF2EAE64E}" dt="2026-05-10T19:21:27.627" v="22" actId="26606"/>
          <ac:spMkLst>
            <pc:docMk/>
            <pc:sldMk cId="1652682680" sldId="262"/>
            <ac:spMk id="63" creationId="{1ACA2EA0-FFD3-42EC-9406-B595015ED96E}"/>
          </ac:spMkLst>
        </pc:spChg>
        <pc:spChg chg="add del">
          <ac:chgData name="Antônio vicente da Cruz" userId="a005248133279091" providerId="LiveId" clId="{23BC351F-CA7B-4115-B841-1E2FF2EAE64E}" dt="2026-05-10T19:24:17" v="76" actId="26606"/>
          <ac:spMkLst>
            <pc:docMk/>
            <pc:sldMk cId="1652682680" sldId="262"/>
            <ac:spMk id="64" creationId="{1ACA2EA0-FFD3-42EC-9406-B595015ED96E}"/>
          </ac:spMkLst>
        </pc:spChg>
        <pc:spChg chg="add del">
          <ac:chgData name="Antônio vicente da Cruz" userId="a005248133279091" providerId="LiveId" clId="{23BC351F-CA7B-4115-B841-1E2FF2EAE64E}" dt="2026-05-10T19:21:27.627" v="22" actId="26606"/>
          <ac:spMkLst>
            <pc:docMk/>
            <pc:sldMk cId="1652682680" sldId="262"/>
            <ac:spMk id="65" creationId="{D5288BCE-665C-472A-8C43-664BCFA31E43}"/>
          </ac:spMkLst>
        </pc:spChg>
        <pc:spChg chg="add del">
          <ac:chgData name="Antônio vicente da Cruz" userId="a005248133279091" providerId="LiveId" clId="{23BC351F-CA7B-4115-B841-1E2FF2EAE64E}" dt="2026-05-10T19:21:27.627" v="22" actId="26606"/>
          <ac:spMkLst>
            <pc:docMk/>
            <pc:sldMk cId="1652682680" sldId="262"/>
            <ac:spMk id="67" creationId="{46C57131-53A7-4C1A-BEA8-25F06A06AD29}"/>
          </ac:spMkLst>
        </pc:spChg>
        <pc:spChg chg="add del">
          <ac:chgData name="Antônio vicente da Cruz" userId="a005248133279091" providerId="LiveId" clId="{23BC351F-CA7B-4115-B841-1E2FF2EAE64E}" dt="2026-05-10T19:24:17" v="76" actId="26606"/>
          <ac:spMkLst>
            <pc:docMk/>
            <pc:sldMk cId="1652682680" sldId="262"/>
            <ac:spMk id="69" creationId="{D5288BCE-665C-472A-8C43-664BCFA31E43}"/>
          </ac:spMkLst>
        </pc:spChg>
        <pc:spChg chg="add del">
          <ac:chgData name="Antônio vicente da Cruz" userId="a005248133279091" providerId="LiveId" clId="{23BC351F-CA7B-4115-B841-1E2FF2EAE64E}" dt="2026-05-10T19:24:17" v="76" actId="26606"/>
          <ac:spMkLst>
            <pc:docMk/>
            <pc:sldMk cId="1652682680" sldId="262"/>
            <ac:spMk id="71" creationId="{46C57131-53A7-4C1A-BEA8-25F06A06AD29}"/>
          </ac:spMkLst>
        </pc:spChg>
        <pc:spChg chg="add del">
          <ac:chgData name="Antônio vicente da Cruz" userId="a005248133279091" providerId="LiveId" clId="{23BC351F-CA7B-4115-B841-1E2FF2EAE64E}" dt="2026-05-10T19:20:55.358" v="17" actId="26606"/>
          <ac:spMkLst>
            <pc:docMk/>
            <pc:sldMk cId="1652682680" sldId="262"/>
            <ac:spMk id="72" creationId="{66B332A4-D438-4773-A77F-5ED49A448D9D}"/>
          </ac:spMkLst>
        </pc:spChg>
        <pc:spChg chg="add del">
          <ac:chgData name="Antônio vicente da Cruz" userId="a005248133279091" providerId="LiveId" clId="{23BC351F-CA7B-4115-B841-1E2FF2EAE64E}" dt="2026-05-10T19:24:19.762" v="78" actId="26606"/>
          <ac:spMkLst>
            <pc:docMk/>
            <pc:sldMk cId="1652682680" sldId="262"/>
            <ac:spMk id="73" creationId="{943CAA20-3569-4189-9E48-239A229A86CA}"/>
          </ac:spMkLst>
        </pc:spChg>
        <pc:spChg chg="add del">
          <ac:chgData name="Antônio vicente da Cruz" userId="a005248133279091" providerId="LiveId" clId="{23BC351F-CA7B-4115-B841-1E2FF2EAE64E}" dt="2026-05-10T19:20:55.358" v="17" actId="26606"/>
          <ac:spMkLst>
            <pc:docMk/>
            <pc:sldMk cId="1652682680" sldId="262"/>
            <ac:spMk id="74" creationId="{DF9AD32D-FF05-44F4-BD4D-9CEE89B71EB9}"/>
          </ac:spMkLst>
        </pc:spChg>
        <pc:spChg chg="add del">
          <ac:chgData name="Antônio vicente da Cruz" userId="a005248133279091" providerId="LiveId" clId="{23BC351F-CA7B-4115-B841-1E2FF2EAE64E}" dt="2026-05-10T19:24:19.762" v="78" actId="26606"/>
          <ac:spMkLst>
            <pc:docMk/>
            <pc:sldMk cId="1652682680" sldId="262"/>
            <ac:spMk id="75" creationId="{DA542B6D-E775-4832-91DC-2D20F857813A}"/>
          </ac:spMkLst>
        </pc:spChg>
        <pc:spChg chg="add del">
          <ac:chgData name="Antônio vicente da Cruz" userId="a005248133279091" providerId="LiveId" clId="{23BC351F-CA7B-4115-B841-1E2FF2EAE64E}" dt="2026-05-10T19:21:15.953" v="19" actId="26606"/>
          <ac:spMkLst>
            <pc:docMk/>
            <pc:sldMk cId="1652682680" sldId="262"/>
            <ac:spMk id="76" creationId="{EE04B5EB-F158-4507-90DD-BD23620C7CC9}"/>
          </ac:spMkLst>
        </pc:spChg>
        <pc:spChg chg="add del">
          <ac:chgData name="Antônio vicente da Cruz" userId="a005248133279091" providerId="LiveId" clId="{23BC351F-CA7B-4115-B841-1E2FF2EAE64E}" dt="2026-05-10T19:21:15.953" v="19" actId="26606"/>
          <ac:spMkLst>
            <pc:docMk/>
            <pc:sldMk cId="1652682680" sldId="262"/>
            <ac:spMk id="77" creationId="{934F1179-B481-4F9E-BCA3-AFB972070F83}"/>
          </ac:spMkLst>
        </pc:spChg>
        <pc:spChg chg="add del">
          <ac:chgData name="Antônio vicente da Cruz" userId="a005248133279091" providerId="LiveId" clId="{23BC351F-CA7B-4115-B841-1E2FF2EAE64E}" dt="2026-05-10T19:21:15.953" v="19" actId="26606"/>
          <ac:spMkLst>
            <pc:docMk/>
            <pc:sldMk cId="1652682680" sldId="262"/>
            <ac:spMk id="78" creationId="{827DC2C4-B485-428A-BF4A-472D2967F47F}"/>
          </ac:spMkLst>
        </pc:spChg>
        <pc:spChg chg="add del">
          <ac:chgData name="Antônio vicente da Cruz" userId="a005248133279091" providerId="LiveId" clId="{23BC351F-CA7B-4115-B841-1E2FF2EAE64E}" dt="2026-05-10T19:25:46.940" v="86" actId="26606"/>
          <ac:spMkLst>
            <pc:docMk/>
            <pc:sldMk cId="1652682680" sldId="262"/>
            <ac:spMk id="79" creationId="{934F1179-B481-4F9E-BCA3-AFB972070F83}"/>
          </ac:spMkLst>
        </pc:spChg>
        <pc:spChg chg="add del">
          <ac:chgData name="Antônio vicente da Cruz" userId="a005248133279091" providerId="LiveId" clId="{23BC351F-CA7B-4115-B841-1E2FF2EAE64E}" dt="2026-05-10T19:25:46.940" v="86" actId="26606"/>
          <ac:spMkLst>
            <pc:docMk/>
            <pc:sldMk cId="1652682680" sldId="262"/>
            <ac:spMk id="81" creationId="{827DC2C4-B485-428A-BF4A-472D2967F47F}"/>
          </ac:spMkLst>
        </pc:spChg>
        <pc:spChg chg="add del">
          <ac:chgData name="Antônio vicente da Cruz" userId="a005248133279091" providerId="LiveId" clId="{23BC351F-CA7B-4115-B841-1E2FF2EAE64E}" dt="2026-05-10T19:25:46.940" v="86" actId="26606"/>
          <ac:spMkLst>
            <pc:docMk/>
            <pc:sldMk cId="1652682680" sldId="262"/>
            <ac:spMk id="82" creationId="{EE04B5EB-F158-4507-90DD-BD23620C7CC9}"/>
          </ac:spMkLst>
        </pc:spChg>
        <pc:spChg chg="add del">
          <ac:chgData name="Antônio vicente da Cruz" userId="a005248133279091" providerId="LiveId" clId="{23BC351F-CA7B-4115-B841-1E2FF2EAE64E}" dt="2026-05-10T19:21:27.204" v="21" actId="26606"/>
          <ac:spMkLst>
            <pc:docMk/>
            <pc:sldMk cId="1652682680" sldId="262"/>
            <ac:spMk id="83" creationId="{35F60170-91B4-45F0-B88B-9C07AEC4642C}"/>
          </ac:spMkLst>
        </pc:spChg>
        <pc:spChg chg="add del">
          <ac:chgData name="Antônio vicente da Cruz" userId="a005248133279091" providerId="LiveId" clId="{23BC351F-CA7B-4115-B841-1E2FF2EAE64E}" dt="2026-05-10T19:21:27.204" v="21" actId="26606"/>
          <ac:spMkLst>
            <pc:docMk/>
            <pc:sldMk cId="1652682680" sldId="262"/>
            <ac:spMk id="84" creationId="{2C7D7C94-41C0-4614-8A18-941174D4D2AF}"/>
          </ac:spMkLst>
        </pc:spChg>
        <pc:spChg chg="add del">
          <ac:chgData name="Antônio vicente da Cruz" userId="a005248133279091" providerId="LiveId" clId="{23BC351F-CA7B-4115-B841-1E2FF2EAE64E}" dt="2026-05-10T19:25:45.926" v="85" actId="26606"/>
          <ac:spMkLst>
            <pc:docMk/>
            <pc:sldMk cId="1652682680" sldId="262"/>
            <ac:spMk id="87" creationId="{B35D3C1D-A6AE-4FCA-BB76-A4748CE5DE55}"/>
          </ac:spMkLst>
        </pc:spChg>
        <pc:spChg chg="add del">
          <ac:chgData name="Antônio vicente da Cruz" userId="a005248133279091" providerId="LiveId" clId="{23BC351F-CA7B-4115-B841-1E2FF2EAE64E}" dt="2026-05-10T19:25:45.926" v="85" actId="26606"/>
          <ac:spMkLst>
            <pc:docMk/>
            <pc:sldMk cId="1652682680" sldId="262"/>
            <ac:spMk id="89" creationId="{6D5BF818-2283-4CC9-A120-9225CEDFA6D2}"/>
          </ac:spMkLst>
        </pc:spChg>
        <pc:spChg chg="add del">
          <ac:chgData name="Antônio vicente da Cruz" userId="a005248133279091" providerId="LiveId" clId="{23BC351F-CA7B-4115-B841-1E2FF2EAE64E}" dt="2026-05-10T19:25:45.926" v="85" actId="26606"/>
          <ac:spMkLst>
            <pc:docMk/>
            <pc:sldMk cId="1652682680" sldId="262"/>
            <ac:spMk id="91" creationId="{063A42EF-20CC-4BCC-9D0B-222CF3AAE8C9}"/>
          </ac:spMkLst>
        </pc:spChg>
        <pc:spChg chg="add del">
          <ac:chgData name="Antônio vicente da Cruz" userId="a005248133279091" providerId="LiveId" clId="{23BC351F-CA7B-4115-B841-1E2FF2EAE64E}" dt="2026-05-10T19:25:23.887" v="82" actId="26606"/>
          <ac:spMkLst>
            <pc:docMk/>
            <pc:sldMk cId="1652682680" sldId="262"/>
            <ac:spMk id="96" creationId="{5463EB0A-3D7C-4AA5-BFA5-8EE5B4BA5624}"/>
          </ac:spMkLst>
        </pc:spChg>
        <pc:spChg chg="add del">
          <ac:chgData name="Antônio vicente da Cruz" userId="a005248133279091" providerId="LiveId" clId="{23BC351F-CA7B-4115-B841-1E2FF2EAE64E}" dt="2026-05-10T19:25:23.887" v="82" actId="26606"/>
          <ac:spMkLst>
            <pc:docMk/>
            <pc:sldMk cId="1652682680" sldId="262"/>
            <ac:spMk id="98" creationId="{7945AD00-F967-454D-A4B2-39ABA5C88C20}"/>
          </ac:spMkLst>
        </pc:spChg>
        <pc:spChg chg="add del">
          <ac:chgData name="Antônio vicente da Cruz" userId="a005248133279091" providerId="LiveId" clId="{23BC351F-CA7B-4115-B841-1E2FF2EAE64E}" dt="2026-05-10T19:25:23.887" v="82" actId="26606"/>
          <ac:spMkLst>
            <pc:docMk/>
            <pc:sldMk cId="1652682680" sldId="262"/>
            <ac:spMk id="100" creationId="{E9BC5B79-B912-427C-8219-E3E50943FCDE}"/>
          </ac:spMkLst>
        </pc:spChg>
        <pc:spChg chg="add del">
          <ac:chgData name="Antônio vicente da Cruz" userId="a005248133279091" providerId="LiveId" clId="{23BC351F-CA7B-4115-B841-1E2FF2EAE64E}" dt="2026-05-10T19:25:45.345" v="84" actId="26606"/>
          <ac:spMkLst>
            <pc:docMk/>
            <pc:sldMk cId="1652682680" sldId="262"/>
            <ac:spMk id="102" creationId="{BAD76F3E-3A97-486B-B402-44400A8B9173}"/>
          </ac:spMkLst>
        </pc:spChg>
        <pc:spChg chg="add del">
          <ac:chgData name="Antônio vicente da Cruz" userId="a005248133279091" providerId="LiveId" clId="{23BC351F-CA7B-4115-B841-1E2FF2EAE64E}" dt="2026-05-10T19:25:45.345" v="84" actId="26606"/>
          <ac:spMkLst>
            <pc:docMk/>
            <pc:sldMk cId="1652682680" sldId="262"/>
            <ac:spMk id="103" creationId="{391F6B52-91F4-4AEB-B6DB-29FEBCF28C8B}"/>
          </ac:spMkLst>
        </pc:spChg>
        <pc:spChg chg="add del">
          <ac:chgData name="Antônio vicente da Cruz" userId="a005248133279091" providerId="LiveId" clId="{23BC351F-CA7B-4115-B841-1E2FF2EAE64E}" dt="2026-05-10T19:25:45.345" v="84" actId="26606"/>
          <ac:spMkLst>
            <pc:docMk/>
            <pc:sldMk cId="1652682680" sldId="262"/>
            <ac:spMk id="104" creationId="{2CD6F061-7C53-44F4-9794-953DB70A451B}"/>
          </ac:spMkLst>
        </pc:spChg>
        <pc:grpChg chg="add del">
          <ac:chgData name="Antônio vicente da Cruz" userId="a005248133279091" providerId="LiveId" clId="{23BC351F-CA7B-4115-B841-1E2FF2EAE64E}" dt="2026-05-10T19:21:27.204" v="21" actId="26606"/>
          <ac:grpSpMkLst>
            <pc:docMk/>
            <pc:sldMk cId="1652682680" sldId="262"/>
            <ac:grpSpMk id="80" creationId="{65B3D45F-509E-43F3-B685-A5E78AD0D820}"/>
          </ac:grpSpMkLst>
        </pc:grpChg>
        <pc:picChg chg="del">
          <ac:chgData name="Antônio vicente da Cruz" userId="a005248133279091" providerId="LiveId" clId="{23BC351F-CA7B-4115-B841-1E2FF2EAE64E}" dt="2026-05-10T19:18:34.051" v="3" actId="478"/>
          <ac:picMkLst>
            <pc:docMk/>
            <pc:sldMk cId="1652682680" sldId="262"/>
            <ac:picMk id="3" creationId="{8D8E7929-14F4-2EF4-25EC-446D7AAED230}"/>
          </ac:picMkLst>
        </pc:picChg>
        <pc:picChg chg="add del">
          <ac:chgData name="Antônio vicente da Cruz" userId="a005248133279091" providerId="LiveId" clId="{23BC351F-CA7B-4115-B841-1E2FF2EAE64E}" dt="2026-05-10T19:23:01.347" v="52" actId="26606"/>
          <ac:picMkLst>
            <pc:docMk/>
            <pc:sldMk cId="1652682680" sldId="262"/>
            <ac:picMk id="15" creationId="{C2192E09-EBC7-416C-B887-DFF915D7F43D}"/>
          </ac:picMkLst>
        </pc:picChg>
        <pc:cxnChg chg="add del">
          <ac:chgData name="Antônio vicente da Cruz" userId="a005248133279091" providerId="LiveId" clId="{23BC351F-CA7B-4115-B841-1E2FF2EAE64E}" dt="2026-05-10T19:22:06.651" v="34" actId="26606"/>
          <ac:cxnSpMkLst>
            <pc:docMk/>
            <pc:sldMk cId="1652682680" sldId="262"/>
            <ac:cxnSpMk id="11" creationId="{3D44BCCA-102D-4A9D-B1E4-2450CAF0B05E}"/>
          </ac:cxnSpMkLst>
        </pc:cxnChg>
        <pc:cxnChg chg="add del">
          <ac:chgData name="Antônio vicente da Cruz" userId="a005248133279091" providerId="LiveId" clId="{23BC351F-CA7B-4115-B841-1E2FF2EAE64E}" dt="2026-05-10T19:23:01.347" v="52" actId="26606"/>
          <ac:cxnSpMkLst>
            <pc:docMk/>
            <pc:sldMk cId="1652682680" sldId="262"/>
            <ac:cxnSpMk id="17" creationId="{2924498D-E084-44BE-A196-CFCE35564350}"/>
          </ac:cxnSpMkLst>
        </pc:cxnChg>
        <pc:cxnChg chg="add del">
          <ac:chgData name="Antônio vicente da Cruz" userId="a005248133279091" providerId="LiveId" clId="{23BC351F-CA7B-4115-B841-1E2FF2EAE64E}" dt="2026-05-10T19:23:01.347" v="52" actId="26606"/>
          <ac:cxnSpMkLst>
            <pc:docMk/>
            <pc:sldMk cId="1652682680" sldId="262"/>
            <ac:cxnSpMk id="19" creationId="{3BBC7667-C352-4842-9AFD-E5C16AD002F4}"/>
          </ac:cxnSpMkLst>
        </pc:cxnChg>
        <pc:cxnChg chg="add del">
          <ac:chgData name="Antônio vicente da Cruz" userId="a005248133279091" providerId="LiveId" clId="{23BC351F-CA7B-4115-B841-1E2FF2EAE64E}" dt="2026-05-10T19:22:06.651" v="34" actId="26606"/>
          <ac:cxnSpMkLst>
            <pc:docMk/>
            <pc:sldMk cId="1652682680" sldId="262"/>
            <ac:cxnSpMk id="20" creationId="{09525C9A-1972-4836-BA7A-706C946EF4DA}"/>
          </ac:cxnSpMkLst>
        </pc:cxnChg>
        <pc:cxnChg chg="add del">
          <ac:chgData name="Antônio vicente da Cruz" userId="a005248133279091" providerId="LiveId" clId="{23BC351F-CA7B-4115-B841-1E2FF2EAE64E}" dt="2026-05-10T19:23:01.347" v="52" actId="26606"/>
          <ac:cxnSpMkLst>
            <pc:docMk/>
            <pc:sldMk cId="1652682680" sldId="262"/>
            <ac:cxnSpMk id="23" creationId="{7766695C-9F91-4225-8954-E3288BC513F1}"/>
          </ac:cxnSpMkLst>
        </pc:cxnChg>
        <pc:cxnChg chg="add del">
          <ac:chgData name="Antônio vicente da Cruz" userId="a005248133279091" providerId="LiveId" clId="{23BC351F-CA7B-4115-B841-1E2FF2EAE64E}" dt="2026-05-10T19:22:09.183" v="37" actId="26606"/>
          <ac:cxnSpMkLst>
            <pc:docMk/>
            <pc:sldMk cId="1652682680" sldId="262"/>
            <ac:cxnSpMk id="28" creationId="{3D44BCCA-102D-4A9D-B1E4-2450CAF0B05E}"/>
          </ac:cxnSpMkLst>
        </pc:cxnChg>
        <pc:cxnChg chg="add del">
          <ac:chgData name="Antônio vicente da Cruz" userId="a005248133279091" providerId="LiveId" clId="{23BC351F-CA7B-4115-B841-1E2FF2EAE64E}" dt="2026-05-10T19:22:10.550" v="39" actId="26606"/>
          <ac:cxnSpMkLst>
            <pc:docMk/>
            <pc:sldMk cId="1652682680" sldId="262"/>
            <ac:cxnSpMk id="35" creationId="{3D44BCCA-102D-4A9D-B1E4-2450CAF0B05E}"/>
          </ac:cxnSpMkLst>
        </pc:cxnChg>
        <pc:cxnChg chg="add del">
          <ac:chgData name="Antônio vicente da Cruz" userId="a005248133279091" providerId="LiveId" clId="{23BC351F-CA7B-4115-B841-1E2FF2EAE64E}" dt="2026-05-10T19:22:11.787" v="41" actId="26606"/>
          <ac:cxnSpMkLst>
            <pc:docMk/>
            <pc:sldMk cId="1652682680" sldId="262"/>
            <ac:cxnSpMk id="42" creationId="{3D44BCCA-102D-4A9D-B1E4-2450CAF0B05E}"/>
          </ac:cxnSpMkLst>
        </pc:cxnChg>
        <pc:cxnChg chg="add del">
          <ac:chgData name="Antônio vicente da Cruz" userId="a005248133279091" providerId="LiveId" clId="{23BC351F-CA7B-4115-B841-1E2FF2EAE64E}" dt="2026-05-10T19:23:05.284" v="56" actId="26606"/>
          <ac:cxnSpMkLst>
            <pc:docMk/>
            <pc:sldMk cId="1652682680" sldId="262"/>
            <ac:cxnSpMk id="49" creationId="{3D44BCCA-102D-4A9D-B1E4-2450CAF0B05E}"/>
          </ac:cxnSpMkLst>
        </pc:cxnChg>
        <pc:cxnChg chg="add del">
          <ac:chgData name="Antônio vicente da Cruz" userId="a005248133279091" providerId="LiveId" clId="{23BC351F-CA7B-4115-B841-1E2FF2EAE64E}" dt="2026-05-10T19:21:27.204" v="21" actId="26606"/>
          <ac:cxnSpMkLst>
            <pc:docMk/>
            <pc:sldMk cId="1652682680" sldId="262"/>
            <ac:cxnSpMk id="85" creationId="{61F6FBC1-6409-4059-B87B-1BE513242FE6}"/>
          </ac:cxnSpMkLst>
        </pc:cxnChg>
        <pc:cxnChg chg="add del">
          <ac:chgData name="Antônio vicente da Cruz" userId="a005248133279091" providerId="LiveId" clId="{23BC351F-CA7B-4115-B841-1E2FF2EAE64E}" dt="2026-05-10T19:21:27.204" v="21" actId="26606"/>
          <ac:cxnSpMkLst>
            <pc:docMk/>
            <pc:sldMk cId="1652682680" sldId="262"/>
            <ac:cxnSpMk id="86" creationId="{E6A98E26-C7DC-48E3-8F50-FBF7F3C50F4C}"/>
          </ac:cxnSpMkLst>
        </pc:cxnChg>
      </pc:sldChg>
      <pc:sldChg chg="modSp add mod ord">
        <pc:chgData name="Antônio vicente da Cruz" userId="a005248133279091" providerId="LiveId" clId="{23BC351F-CA7B-4115-B841-1E2FF2EAE64E}" dt="2026-05-10T19:27:36.246" v="110"/>
        <pc:sldMkLst>
          <pc:docMk/>
          <pc:sldMk cId="2531869957" sldId="263"/>
        </pc:sldMkLst>
        <pc:spChg chg="mod">
          <ac:chgData name="Antônio vicente da Cruz" userId="a005248133279091" providerId="LiveId" clId="{23BC351F-CA7B-4115-B841-1E2FF2EAE64E}" dt="2026-05-10T19:27:36.246" v="110"/>
          <ac:spMkLst>
            <pc:docMk/>
            <pc:sldMk cId="2531869957" sldId="263"/>
            <ac:spMk id="7" creationId="{72221D1F-1F58-0D98-487B-8C44DB0A52EF}"/>
          </ac:spMkLst>
        </pc:spChg>
      </pc:sldChg>
      <pc:sldChg chg="modSp add mod ord">
        <pc:chgData name="Antônio vicente da Cruz" userId="a005248133279091" providerId="LiveId" clId="{23BC351F-CA7B-4115-B841-1E2FF2EAE64E}" dt="2026-05-10T19:28:50.795" v="122"/>
        <pc:sldMkLst>
          <pc:docMk/>
          <pc:sldMk cId="2739744365" sldId="264"/>
        </pc:sldMkLst>
        <pc:spChg chg="mod">
          <ac:chgData name="Antônio vicente da Cruz" userId="a005248133279091" providerId="LiveId" clId="{23BC351F-CA7B-4115-B841-1E2FF2EAE64E}" dt="2026-05-10T19:28:50.795" v="122"/>
          <ac:spMkLst>
            <pc:docMk/>
            <pc:sldMk cId="2739744365" sldId="264"/>
            <ac:spMk id="7" creationId="{C89C44B3-9885-9309-6A87-0E0357DC82C0}"/>
          </ac:spMkLst>
        </pc:spChg>
      </pc:sldChg>
      <pc:sldChg chg="modSp add mod">
        <pc:chgData name="Antônio vicente da Cruz" userId="a005248133279091" providerId="LiveId" clId="{23BC351F-CA7B-4115-B841-1E2FF2EAE64E}" dt="2026-05-10T19:29:04.673" v="124"/>
        <pc:sldMkLst>
          <pc:docMk/>
          <pc:sldMk cId="1181391386" sldId="265"/>
        </pc:sldMkLst>
        <pc:spChg chg="mod">
          <ac:chgData name="Antônio vicente da Cruz" userId="a005248133279091" providerId="LiveId" clId="{23BC351F-CA7B-4115-B841-1E2FF2EAE64E}" dt="2026-05-10T19:29:04.673" v="124"/>
          <ac:spMkLst>
            <pc:docMk/>
            <pc:sldMk cId="1181391386" sldId="265"/>
            <ac:spMk id="7" creationId="{AD0EB8A8-8D52-DE7F-99D6-59BB3FD16723}"/>
          </ac:spMkLst>
        </pc:spChg>
      </pc:sldChg>
      <pc:sldChg chg="modSp add mod">
        <pc:chgData name="Antônio vicente da Cruz" userId="a005248133279091" providerId="LiveId" clId="{23BC351F-CA7B-4115-B841-1E2FF2EAE64E}" dt="2026-05-10T19:29:16.488" v="126"/>
        <pc:sldMkLst>
          <pc:docMk/>
          <pc:sldMk cId="4031465970" sldId="266"/>
        </pc:sldMkLst>
        <pc:spChg chg="mod">
          <ac:chgData name="Antônio vicente da Cruz" userId="a005248133279091" providerId="LiveId" clId="{23BC351F-CA7B-4115-B841-1E2FF2EAE64E}" dt="2026-05-10T19:29:16.488" v="126"/>
          <ac:spMkLst>
            <pc:docMk/>
            <pc:sldMk cId="4031465970" sldId="266"/>
            <ac:spMk id="7" creationId="{D7313CE9-FA95-DE45-988A-6754C39968EB}"/>
          </ac:spMkLst>
        </pc:spChg>
      </pc:sldChg>
      <pc:sldChg chg="modSp add mod">
        <pc:chgData name="Antônio vicente da Cruz" userId="a005248133279091" providerId="LiveId" clId="{23BC351F-CA7B-4115-B841-1E2FF2EAE64E}" dt="2026-05-10T19:29:29.966" v="128"/>
        <pc:sldMkLst>
          <pc:docMk/>
          <pc:sldMk cId="2979466023" sldId="267"/>
        </pc:sldMkLst>
        <pc:spChg chg="mod">
          <ac:chgData name="Antônio vicente da Cruz" userId="a005248133279091" providerId="LiveId" clId="{23BC351F-CA7B-4115-B841-1E2FF2EAE64E}" dt="2026-05-10T19:29:29.966" v="128"/>
          <ac:spMkLst>
            <pc:docMk/>
            <pc:sldMk cId="2979466023" sldId="267"/>
            <ac:spMk id="7" creationId="{774202EF-54F4-CC8A-C773-43CCB1EE4739}"/>
          </ac:spMkLst>
        </pc:spChg>
      </pc:sldChg>
      <pc:sldChg chg="addSp delSp modSp add mod ord">
        <pc:chgData name="Antônio vicente da Cruz" userId="a005248133279091" providerId="LiveId" clId="{23BC351F-CA7B-4115-B841-1E2FF2EAE64E}" dt="2026-05-10T20:04:29.094" v="516" actId="1076"/>
        <pc:sldMkLst>
          <pc:docMk/>
          <pc:sldMk cId="2128512513" sldId="268"/>
        </pc:sldMkLst>
        <pc:spChg chg="mod">
          <ac:chgData name="Antônio vicente da Cruz" userId="a005248133279091" providerId="LiveId" clId="{23BC351F-CA7B-4115-B841-1E2FF2EAE64E}" dt="2026-05-10T20:03:59.322" v="507" actId="20577"/>
          <ac:spMkLst>
            <pc:docMk/>
            <pc:sldMk cId="2128512513" sldId="268"/>
            <ac:spMk id="4" creationId="{CD1D8641-A91D-5BEA-6C70-4A94F8A23B48}"/>
          </ac:spMkLst>
        </pc:spChg>
        <pc:spChg chg="mod">
          <ac:chgData name="Antônio vicente da Cruz" userId="a005248133279091" providerId="LiveId" clId="{23BC351F-CA7B-4115-B841-1E2FF2EAE64E}" dt="2026-05-10T20:04:23.261" v="515" actId="1076"/>
          <ac:spMkLst>
            <pc:docMk/>
            <pc:sldMk cId="2128512513" sldId="268"/>
            <ac:spMk id="5" creationId="{109006F8-FDC9-2408-D46D-0BA2918AEE52}"/>
          </ac:spMkLst>
        </pc:spChg>
        <pc:spChg chg="mod">
          <ac:chgData name="Antônio vicente da Cruz" userId="a005248133279091" providerId="LiveId" clId="{23BC351F-CA7B-4115-B841-1E2FF2EAE64E}" dt="2026-05-10T20:04:29.094" v="516" actId="1076"/>
          <ac:spMkLst>
            <pc:docMk/>
            <pc:sldMk cId="2128512513" sldId="268"/>
            <ac:spMk id="6" creationId="{8C5D2CE6-AD8E-13B9-495D-8ECA7AE3B69E}"/>
          </ac:spMkLst>
        </pc:spChg>
        <pc:picChg chg="del">
          <ac:chgData name="Antônio vicente da Cruz" userId="a005248133279091" providerId="LiveId" clId="{23BC351F-CA7B-4115-B841-1E2FF2EAE64E}" dt="2026-05-10T20:04:04.278" v="508" actId="478"/>
          <ac:picMkLst>
            <pc:docMk/>
            <pc:sldMk cId="2128512513" sldId="268"/>
            <ac:picMk id="3" creationId="{DE2E2652-0B58-758C-52D7-ADCB605C36D7}"/>
          </ac:picMkLst>
        </pc:picChg>
        <pc:picChg chg="add mod ord">
          <ac:chgData name="Antônio vicente da Cruz" userId="a005248133279091" providerId="LiveId" clId="{23BC351F-CA7B-4115-B841-1E2FF2EAE64E}" dt="2026-05-10T20:04:12.921" v="512" actId="170"/>
          <ac:picMkLst>
            <pc:docMk/>
            <pc:sldMk cId="2128512513" sldId="268"/>
            <ac:picMk id="7" creationId="{CD9FA7E3-1096-6D57-2B5C-5050F1B390A9}"/>
          </ac:picMkLst>
        </pc:picChg>
      </pc:sldChg>
      <pc:sldChg chg="addSp delSp modSp add mod ord">
        <pc:chgData name="Antônio vicente da Cruz" userId="a005248133279091" providerId="LiveId" clId="{23BC351F-CA7B-4115-B841-1E2FF2EAE64E}" dt="2026-05-10T20:10:24.544" v="544"/>
        <pc:sldMkLst>
          <pc:docMk/>
          <pc:sldMk cId="2509646917" sldId="269"/>
        </pc:sldMkLst>
        <pc:spChg chg="mod">
          <ac:chgData name="Antônio vicente da Cruz" userId="a005248133279091" providerId="LiveId" clId="{23BC351F-CA7B-4115-B841-1E2FF2EAE64E}" dt="2026-05-10T20:10:24.544" v="544"/>
          <ac:spMkLst>
            <pc:docMk/>
            <pc:sldMk cId="2509646917" sldId="269"/>
            <ac:spMk id="4" creationId="{4F5F1C05-F90E-C992-689D-A02A63F1123E}"/>
          </ac:spMkLst>
        </pc:spChg>
        <pc:spChg chg="mod">
          <ac:chgData name="Antônio vicente da Cruz" userId="a005248133279091" providerId="LiveId" clId="{23BC351F-CA7B-4115-B841-1E2FF2EAE64E}" dt="2026-05-10T20:08:33.755" v="538" actId="14100"/>
          <ac:spMkLst>
            <pc:docMk/>
            <pc:sldMk cId="2509646917" sldId="269"/>
            <ac:spMk id="5" creationId="{FC71142F-3A16-808E-3C12-430B0566C78C}"/>
          </ac:spMkLst>
        </pc:spChg>
        <pc:spChg chg="mod">
          <ac:chgData name="Antônio vicente da Cruz" userId="a005248133279091" providerId="LiveId" clId="{23BC351F-CA7B-4115-B841-1E2FF2EAE64E}" dt="2026-05-10T20:08:24.834" v="536" actId="1076"/>
          <ac:spMkLst>
            <pc:docMk/>
            <pc:sldMk cId="2509646917" sldId="269"/>
            <ac:spMk id="6" creationId="{88E318A1-6604-7D00-F8F1-1797CEB02E90}"/>
          </ac:spMkLst>
        </pc:spChg>
        <pc:picChg chg="del">
          <ac:chgData name="Antônio vicente da Cruz" userId="a005248133279091" providerId="LiveId" clId="{23BC351F-CA7B-4115-B841-1E2FF2EAE64E}" dt="2026-05-10T20:08:05.294" v="531" actId="478"/>
          <ac:picMkLst>
            <pc:docMk/>
            <pc:sldMk cId="2509646917" sldId="269"/>
            <ac:picMk id="3" creationId="{4A36F627-A58B-B83E-3B6B-A04BBF090986}"/>
          </ac:picMkLst>
        </pc:picChg>
        <pc:picChg chg="add del mod ord">
          <ac:chgData name="Antônio vicente da Cruz" userId="a005248133279091" providerId="LiveId" clId="{23BC351F-CA7B-4115-B841-1E2FF2EAE64E}" dt="2026-05-10T20:09:40.420" v="539" actId="478"/>
          <ac:picMkLst>
            <pc:docMk/>
            <pc:sldMk cId="2509646917" sldId="269"/>
            <ac:picMk id="7" creationId="{3A679774-9897-CCEF-9C01-A67328324727}"/>
          </ac:picMkLst>
        </pc:picChg>
        <pc:picChg chg="add mod ord">
          <ac:chgData name="Antônio vicente da Cruz" userId="a005248133279091" providerId="LiveId" clId="{23BC351F-CA7B-4115-B841-1E2FF2EAE64E}" dt="2026-05-10T20:09:49.012" v="543" actId="170"/>
          <ac:picMkLst>
            <pc:docMk/>
            <pc:sldMk cId="2509646917" sldId="269"/>
            <ac:picMk id="9" creationId="{67B3250D-E8D8-117E-5925-4789F04385FC}"/>
          </ac:picMkLst>
        </pc:picChg>
      </pc:sldChg>
      <pc:sldChg chg="addSp delSp modSp add mod ord">
        <pc:chgData name="Antônio vicente da Cruz" userId="a005248133279091" providerId="LiveId" clId="{23BC351F-CA7B-4115-B841-1E2FF2EAE64E}" dt="2026-05-10T19:48:16.059" v="285" actId="20577"/>
        <pc:sldMkLst>
          <pc:docMk/>
          <pc:sldMk cId="90433232" sldId="270"/>
        </pc:sldMkLst>
        <pc:spChg chg="mod">
          <ac:chgData name="Antônio vicente da Cruz" userId="a005248133279091" providerId="LiveId" clId="{23BC351F-CA7B-4115-B841-1E2FF2EAE64E}" dt="2026-05-10T19:48:16.059" v="285" actId="20577"/>
          <ac:spMkLst>
            <pc:docMk/>
            <pc:sldMk cId="90433232" sldId="270"/>
            <ac:spMk id="4" creationId="{BE313B9A-0766-7085-AA02-1735EEDCDC63}"/>
          </ac:spMkLst>
        </pc:spChg>
        <pc:spChg chg="mod">
          <ac:chgData name="Antônio vicente da Cruz" userId="a005248133279091" providerId="LiveId" clId="{23BC351F-CA7B-4115-B841-1E2FF2EAE64E}" dt="2026-05-10T19:32:15.565" v="165" actId="1076"/>
          <ac:spMkLst>
            <pc:docMk/>
            <pc:sldMk cId="90433232" sldId="270"/>
            <ac:spMk id="5" creationId="{BE57CBF1-4EE7-438E-6EF6-47605AC5114F}"/>
          </ac:spMkLst>
        </pc:spChg>
        <pc:spChg chg="mod">
          <ac:chgData name="Antônio vicente da Cruz" userId="a005248133279091" providerId="LiveId" clId="{23BC351F-CA7B-4115-B841-1E2FF2EAE64E}" dt="2026-05-10T19:32:23.476" v="166" actId="1076"/>
          <ac:spMkLst>
            <pc:docMk/>
            <pc:sldMk cId="90433232" sldId="270"/>
            <ac:spMk id="6" creationId="{CA9789D9-F35E-1321-91DC-191A4E41CC8E}"/>
          </ac:spMkLst>
        </pc:spChg>
        <pc:picChg chg="del">
          <ac:chgData name="Antônio vicente da Cruz" userId="a005248133279091" providerId="LiveId" clId="{23BC351F-CA7B-4115-B841-1E2FF2EAE64E}" dt="2026-05-10T19:31:40.589" v="158" actId="478"/>
          <ac:picMkLst>
            <pc:docMk/>
            <pc:sldMk cId="90433232" sldId="270"/>
            <ac:picMk id="3" creationId="{9824CB25-BAA6-6CA3-F929-7FA8710157F6}"/>
          </ac:picMkLst>
        </pc:picChg>
        <pc:picChg chg="add mod ord">
          <ac:chgData name="Antônio vicente da Cruz" userId="a005248133279091" providerId="LiveId" clId="{23BC351F-CA7B-4115-B841-1E2FF2EAE64E}" dt="2026-05-10T19:32:06.086" v="163" actId="171"/>
          <ac:picMkLst>
            <pc:docMk/>
            <pc:sldMk cId="90433232" sldId="270"/>
            <ac:picMk id="7" creationId="{59705D01-05F6-CB64-E58B-8E971BDCF62A}"/>
          </ac:picMkLst>
        </pc:picChg>
      </pc:sldChg>
      <pc:sldChg chg="addSp delSp modSp add mod">
        <pc:chgData name="Antônio vicente da Cruz" userId="a005248133279091" providerId="LiveId" clId="{23BC351F-CA7B-4115-B841-1E2FF2EAE64E}" dt="2026-05-10T19:34:58.334" v="185" actId="1076"/>
        <pc:sldMkLst>
          <pc:docMk/>
          <pc:sldMk cId="353666999" sldId="271"/>
        </pc:sldMkLst>
        <pc:spChg chg="mod">
          <ac:chgData name="Antônio vicente da Cruz" userId="a005248133279091" providerId="LiveId" clId="{23BC351F-CA7B-4115-B841-1E2FF2EAE64E}" dt="2026-05-10T19:33:47.108" v="176" actId="20577"/>
          <ac:spMkLst>
            <pc:docMk/>
            <pc:sldMk cId="353666999" sldId="271"/>
            <ac:spMk id="4" creationId="{6F875813-8A72-BB6C-3944-D4F2DE2EF151}"/>
          </ac:spMkLst>
        </pc:spChg>
        <pc:spChg chg="mod">
          <ac:chgData name="Antônio vicente da Cruz" userId="a005248133279091" providerId="LiveId" clId="{23BC351F-CA7B-4115-B841-1E2FF2EAE64E}" dt="2026-05-10T19:34:54.823" v="184" actId="14100"/>
          <ac:spMkLst>
            <pc:docMk/>
            <pc:sldMk cId="353666999" sldId="271"/>
            <ac:spMk id="5" creationId="{A1C547F6-B32D-EDE7-3CCE-76762E6D182E}"/>
          </ac:spMkLst>
        </pc:spChg>
        <pc:spChg chg="mod">
          <ac:chgData name="Antônio vicente da Cruz" userId="a005248133279091" providerId="LiveId" clId="{23BC351F-CA7B-4115-B841-1E2FF2EAE64E}" dt="2026-05-10T19:34:58.334" v="185" actId="1076"/>
          <ac:spMkLst>
            <pc:docMk/>
            <pc:sldMk cId="353666999" sldId="271"/>
            <ac:spMk id="6" creationId="{D3982667-4E8A-00E0-2E4D-CE30E2E5211F}"/>
          </ac:spMkLst>
        </pc:spChg>
        <pc:picChg chg="del">
          <ac:chgData name="Antônio vicente da Cruz" userId="a005248133279091" providerId="LiveId" clId="{23BC351F-CA7B-4115-B841-1E2FF2EAE64E}" dt="2026-05-10T19:33:28.345" v="174" actId="478"/>
          <ac:picMkLst>
            <pc:docMk/>
            <pc:sldMk cId="353666999" sldId="271"/>
            <ac:picMk id="3" creationId="{70EADAED-4E1B-C229-34FA-7161662CF193}"/>
          </ac:picMkLst>
        </pc:picChg>
        <pc:picChg chg="add mod ord">
          <ac:chgData name="Antônio vicente da Cruz" userId="a005248133279091" providerId="LiveId" clId="{23BC351F-CA7B-4115-B841-1E2FF2EAE64E}" dt="2026-05-10T19:34:43.452" v="181" actId="170"/>
          <ac:picMkLst>
            <pc:docMk/>
            <pc:sldMk cId="353666999" sldId="271"/>
            <ac:picMk id="7" creationId="{916B508B-865E-344F-EFF6-8A53DDDED540}"/>
          </ac:picMkLst>
        </pc:picChg>
      </pc:sldChg>
      <pc:sldChg chg="addSp delSp modSp add mod">
        <pc:chgData name="Antônio vicente da Cruz" userId="a005248133279091" providerId="LiveId" clId="{23BC351F-CA7B-4115-B841-1E2FF2EAE64E}" dt="2026-05-10T19:40:12.249" v="208" actId="1076"/>
        <pc:sldMkLst>
          <pc:docMk/>
          <pc:sldMk cId="1408304766" sldId="272"/>
        </pc:sldMkLst>
        <pc:spChg chg="add del">
          <ac:chgData name="Antônio vicente da Cruz" userId="a005248133279091" providerId="LiveId" clId="{23BC351F-CA7B-4115-B841-1E2FF2EAE64E}" dt="2026-05-10T19:37:57.054" v="194" actId="22"/>
          <ac:spMkLst>
            <pc:docMk/>
            <pc:sldMk cId="1408304766" sldId="272"/>
            <ac:spMk id="3" creationId="{02F13F44-6801-F338-EAF2-A72A057EE61B}"/>
          </ac:spMkLst>
        </pc:spChg>
        <pc:spChg chg="mod">
          <ac:chgData name="Antônio vicente da Cruz" userId="a005248133279091" providerId="LiveId" clId="{23BC351F-CA7B-4115-B841-1E2FF2EAE64E}" dt="2026-05-10T19:37:53.438" v="192"/>
          <ac:spMkLst>
            <pc:docMk/>
            <pc:sldMk cId="1408304766" sldId="272"/>
            <ac:spMk id="4" creationId="{637F4796-7CD6-1FFB-23EE-4EBEEACED64A}"/>
          </ac:spMkLst>
        </pc:spChg>
        <pc:spChg chg="mod">
          <ac:chgData name="Antônio vicente da Cruz" userId="a005248133279091" providerId="LiveId" clId="{23BC351F-CA7B-4115-B841-1E2FF2EAE64E}" dt="2026-05-10T19:40:08.794" v="207" actId="14100"/>
          <ac:spMkLst>
            <pc:docMk/>
            <pc:sldMk cId="1408304766" sldId="272"/>
            <ac:spMk id="5" creationId="{B54CAF36-ED01-242C-BA76-D87C7DB2818A}"/>
          </ac:spMkLst>
        </pc:spChg>
        <pc:spChg chg="mod">
          <ac:chgData name="Antônio vicente da Cruz" userId="a005248133279091" providerId="LiveId" clId="{23BC351F-CA7B-4115-B841-1E2FF2EAE64E}" dt="2026-05-10T19:40:12.249" v="208" actId="1076"/>
          <ac:spMkLst>
            <pc:docMk/>
            <pc:sldMk cId="1408304766" sldId="272"/>
            <ac:spMk id="6" creationId="{76BD87CC-8737-1F6D-BD2B-D4ED5543ACED}"/>
          </ac:spMkLst>
        </pc:spChg>
        <pc:spChg chg="add del">
          <ac:chgData name="Antônio vicente da Cruz" userId="a005248133279091" providerId="LiveId" clId="{23BC351F-CA7B-4115-B841-1E2FF2EAE64E}" dt="2026-05-10T19:38:31.131" v="198" actId="478"/>
          <ac:spMkLst>
            <pc:docMk/>
            <pc:sldMk cId="1408304766" sldId="272"/>
            <ac:spMk id="9" creationId="{612457FB-5A3C-64E2-E6B1-31416134D15B}"/>
          </ac:spMkLst>
        </pc:spChg>
        <pc:picChg chg="del mod">
          <ac:chgData name="Antônio vicente da Cruz" userId="a005248133279091" providerId="LiveId" clId="{23BC351F-CA7B-4115-B841-1E2FF2EAE64E}" dt="2026-05-10T19:35:15.559" v="189" actId="478"/>
          <ac:picMkLst>
            <pc:docMk/>
            <pc:sldMk cId="1408304766" sldId="272"/>
            <ac:picMk id="7" creationId="{D5489378-3C55-2C74-0B03-CE4DDF96EB8E}"/>
          </ac:picMkLst>
        </pc:picChg>
        <pc:picChg chg="add del">
          <ac:chgData name="Antônio vicente da Cruz" userId="a005248133279091" providerId="LiveId" clId="{23BC351F-CA7B-4115-B841-1E2FF2EAE64E}" dt="2026-05-10T19:38:28.558" v="197" actId="22"/>
          <ac:picMkLst>
            <pc:docMk/>
            <pc:sldMk cId="1408304766" sldId="272"/>
            <ac:picMk id="11" creationId="{EC0CAAC1-886C-788D-F12B-C87F588C1144}"/>
          </ac:picMkLst>
        </pc:picChg>
        <pc:picChg chg="add mod ord">
          <ac:chgData name="Antônio vicente da Cruz" userId="a005248133279091" providerId="LiveId" clId="{23BC351F-CA7B-4115-B841-1E2FF2EAE64E}" dt="2026-05-10T19:40:00.926" v="205" actId="170"/>
          <ac:picMkLst>
            <pc:docMk/>
            <pc:sldMk cId="1408304766" sldId="272"/>
            <ac:picMk id="13" creationId="{5A2FAAEE-5892-2B17-D6C7-EBCED4D3A69F}"/>
          </ac:picMkLst>
        </pc:picChg>
      </pc:sldChg>
      <pc:sldChg chg="modSp add mod">
        <pc:chgData name="Antônio vicente da Cruz" userId="a005248133279091" providerId="LiveId" clId="{23BC351F-CA7B-4115-B841-1E2FF2EAE64E}" dt="2026-05-10T19:40:48.930" v="221" actId="20577"/>
        <pc:sldMkLst>
          <pc:docMk/>
          <pc:sldMk cId="3864406256" sldId="273"/>
        </pc:sldMkLst>
        <pc:spChg chg="mod">
          <ac:chgData name="Antônio vicente da Cruz" userId="a005248133279091" providerId="LiveId" clId="{23BC351F-CA7B-4115-B841-1E2FF2EAE64E}" dt="2026-05-10T19:40:48.930" v="221" actId="20577"/>
          <ac:spMkLst>
            <pc:docMk/>
            <pc:sldMk cId="3864406256" sldId="273"/>
            <ac:spMk id="4" creationId="{5EB2D610-77E3-15E8-F96E-2576B1FE4A6A}"/>
          </ac:spMkLst>
        </pc:spChg>
        <pc:spChg chg="mod">
          <ac:chgData name="Antônio vicente da Cruz" userId="a005248133279091" providerId="LiveId" clId="{23BC351F-CA7B-4115-B841-1E2FF2EAE64E}" dt="2026-05-10T19:40:28.823" v="212" actId="14100"/>
          <ac:spMkLst>
            <pc:docMk/>
            <pc:sldMk cId="3864406256" sldId="273"/>
            <ac:spMk id="5" creationId="{7E7BC44F-25C3-0066-EFE8-A293AEB8DA25}"/>
          </ac:spMkLst>
        </pc:spChg>
        <pc:spChg chg="mod">
          <ac:chgData name="Antônio vicente da Cruz" userId="a005248133279091" providerId="LiveId" clId="{23BC351F-CA7B-4115-B841-1E2FF2EAE64E}" dt="2026-05-10T19:40:33.005" v="213" actId="1076"/>
          <ac:spMkLst>
            <pc:docMk/>
            <pc:sldMk cId="3864406256" sldId="273"/>
            <ac:spMk id="6" creationId="{5F05DBE0-A8E8-86B0-E507-5CAA0FFCDD15}"/>
          </ac:spMkLst>
        </pc:spChg>
      </pc:sldChg>
      <pc:sldChg chg="addSp delSp modSp add del mod">
        <pc:chgData name="Antônio vicente da Cruz" userId="a005248133279091" providerId="LiveId" clId="{23BC351F-CA7B-4115-B841-1E2FF2EAE64E}" dt="2026-05-10T19:42:48.582" v="235" actId="2696"/>
        <pc:sldMkLst>
          <pc:docMk/>
          <pc:sldMk cId="829554241" sldId="274"/>
        </pc:sldMkLst>
        <pc:spChg chg="mod">
          <ac:chgData name="Antônio vicente da Cruz" userId="a005248133279091" providerId="LiveId" clId="{23BC351F-CA7B-4115-B841-1E2FF2EAE64E}" dt="2026-05-10T19:41:42.640" v="229" actId="14100"/>
          <ac:spMkLst>
            <pc:docMk/>
            <pc:sldMk cId="829554241" sldId="274"/>
            <ac:spMk id="5" creationId="{8E304FBE-0556-0509-730E-447A91E229E0}"/>
          </ac:spMkLst>
        </pc:spChg>
        <pc:spChg chg="mod">
          <ac:chgData name="Antônio vicente da Cruz" userId="a005248133279091" providerId="LiveId" clId="{23BC351F-CA7B-4115-B841-1E2FF2EAE64E}" dt="2026-05-10T19:41:46.809" v="230" actId="1076"/>
          <ac:spMkLst>
            <pc:docMk/>
            <pc:sldMk cId="829554241" sldId="274"/>
            <ac:spMk id="6" creationId="{FD068BC4-D26F-2A61-1AFB-4C5F2EC80D70}"/>
          </ac:spMkLst>
        </pc:spChg>
        <pc:picChg chg="add mod ord">
          <ac:chgData name="Antônio vicente da Cruz" userId="a005248133279091" providerId="LiveId" clId="{23BC351F-CA7B-4115-B841-1E2FF2EAE64E}" dt="2026-05-10T19:41:36.204" v="227" actId="170"/>
          <ac:picMkLst>
            <pc:docMk/>
            <pc:sldMk cId="829554241" sldId="274"/>
            <ac:picMk id="3" creationId="{1A7BDF4D-F239-3147-754C-5B5AB3BFD550}"/>
          </ac:picMkLst>
        </pc:picChg>
        <pc:picChg chg="del">
          <ac:chgData name="Antônio vicente da Cruz" userId="a005248133279091" providerId="LiveId" clId="{23BC351F-CA7B-4115-B841-1E2FF2EAE64E}" dt="2026-05-10T19:40:59.459" v="223" actId="478"/>
          <ac:picMkLst>
            <pc:docMk/>
            <pc:sldMk cId="829554241" sldId="274"/>
            <ac:picMk id="13" creationId="{CE26BC23-D1CA-E4B8-8615-40BC65EDAEFB}"/>
          </ac:picMkLst>
        </pc:picChg>
      </pc:sldChg>
      <pc:sldChg chg="modSp add mod">
        <pc:chgData name="Antônio vicente da Cruz" userId="a005248133279091" providerId="LiveId" clId="{23BC351F-CA7B-4115-B841-1E2FF2EAE64E}" dt="2026-05-10T19:42:22.706" v="233" actId="27636"/>
        <pc:sldMkLst>
          <pc:docMk/>
          <pc:sldMk cId="4068651885" sldId="275"/>
        </pc:sldMkLst>
        <pc:spChg chg="mod">
          <ac:chgData name="Antônio vicente da Cruz" userId="a005248133279091" providerId="LiveId" clId="{23BC351F-CA7B-4115-B841-1E2FF2EAE64E}" dt="2026-05-10T19:42:22.706" v="233" actId="27636"/>
          <ac:spMkLst>
            <pc:docMk/>
            <pc:sldMk cId="4068651885" sldId="275"/>
            <ac:spMk id="4" creationId="{3368A443-AFA1-5730-79F2-1CB205FACB17}"/>
          </ac:spMkLst>
        </pc:spChg>
      </pc:sldChg>
      <pc:sldChg chg="addSp delSp modSp add mod">
        <pc:chgData name="Antônio vicente da Cruz" userId="a005248133279091" providerId="LiveId" clId="{23BC351F-CA7B-4115-B841-1E2FF2EAE64E}" dt="2026-05-10T19:46:30.371" v="279" actId="1076"/>
        <pc:sldMkLst>
          <pc:docMk/>
          <pc:sldMk cId="998555360" sldId="276"/>
        </pc:sldMkLst>
        <pc:spChg chg="mod">
          <ac:chgData name="Antônio vicente da Cruz" userId="a005248133279091" providerId="LiveId" clId="{23BC351F-CA7B-4115-B841-1E2FF2EAE64E}" dt="2026-05-10T19:43:07.851" v="237" actId="27636"/>
          <ac:spMkLst>
            <pc:docMk/>
            <pc:sldMk cId="998555360" sldId="276"/>
            <ac:spMk id="4" creationId="{FC1735FB-B8F6-26E6-62F5-D32A5B85F388}"/>
          </ac:spMkLst>
        </pc:spChg>
        <pc:spChg chg="mod">
          <ac:chgData name="Antônio vicente da Cruz" userId="a005248133279091" providerId="LiveId" clId="{23BC351F-CA7B-4115-B841-1E2FF2EAE64E}" dt="2026-05-10T19:43:57.896" v="247" actId="14100"/>
          <ac:spMkLst>
            <pc:docMk/>
            <pc:sldMk cId="998555360" sldId="276"/>
            <ac:spMk id="5" creationId="{5DF72214-6912-6C25-D376-D29C5247CAB0}"/>
          </ac:spMkLst>
        </pc:spChg>
        <pc:spChg chg="mod">
          <ac:chgData name="Antônio vicente da Cruz" userId="a005248133279091" providerId="LiveId" clId="{23BC351F-CA7B-4115-B841-1E2FF2EAE64E}" dt="2026-05-10T19:44:09.716" v="248" actId="1076"/>
          <ac:spMkLst>
            <pc:docMk/>
            <pc:sldMk cId="998555360" sldId="276"/>
            <ac:spMk id="6" creationId="{47D7979D-D0B5-6EC9-08E8-62CAD40EF1CB}"/>
          </ac:spMkLst>
        </pc:spChg>
        <pc:spChg chg="add del">
          <ac:chgData name="Antônio vicente da Cruz" userId="a005248133279091" providerId="LiveId" clId="{23BC351F-CA7B-4115-B841-1E2FF2EAE64E}" dt="2026-05-10T19:43:35.052" v="240" actId="22"/>
          <ac:spMkLst>
            <pc:docMk/>
            <pc:sldMk cId="998555360" sldId="276"/>
            <ac:spMk id="7" creationId="{50472039-D0B7-E0A8-1E52-59E4D5AF82EC}"/>
          </ac:spMkLst>
        </pc:spChg>
        <pc:picChg chg="del">
          <ac:chgData name="Antônio vicente da Cruz" userId="a005248133279091" providerId="LiveId" clId="{23BC351F-CA7B-4115-B841-1E2FF2EAE64E}" dt="2026-05-10T19:43:11.881" v="238" actId="478"/>
          <ac:picMkLst>
            <pc:docMk/>
            <pc:sldMk cId="998555360" sldId="276"/>
            <ac:picMk id="3" creationId="{5ABA071F-624A-0F49-E0FC-DFA4894582FB}"/>
          </ac:picMkLst>
        </pc:picChg>
        <pc:picChg chg="add del mod ord">
          <ac:chgData name="Antônio vicente da Cruz" userId="a005248133279091" providerId="LiveId" clId="{23BC351F-CA7B-4115-B841-1E2FF2EAE64E}" dt="2026-05-10T19:45:49.851" v="267" actId="478"/>
          <ac:picMkLst>
            <pc:docMk/>
            <pc:sldMk cId="998555360" sldId="276"/>
            <ac:picMk id="9" creationId="{437ED102-57F6-A123-76EE-BD3D8B033965}"/>
          </ac:picMkLst>
        </pc:picChg>
        <pc:picChg chg="add del ord">
          <ac:chgData name="Antônio vicente da Cruz" userId="a005248133279091" providerId="LiveId" clId="{23BC351F-CA7B-4115-B841-1E2FF2EAE64E}" dt="2026-05-10T19:46:10.295" v="271" actId="478"/>
          <ac:picMkLst>
            <pc:docMk/>
            <pc:sldMk cId="998555360" sldId="276"/>
            <ac:picMk id="11" creationId="{FF19E11A-7CAC-66B4-C549-B22AB416F039}"/>
          </ac:picMkLst>
        </pc:picChg>
        <pc:picChg chg="add mod ord">
          <ac:chgData name="Antônio vicente da Cruz" userId="a005248133279091" providerId="LiveId" clId="{23BC351F-CA7B-4115-B841-1E2FF2EAE64E}" dt="2026-05-10T19:46:30.371" v="279" actId="1076"/>
          <ac:picMkLst>
            <pc:docMk/>
            <pc:sldMk cId="998555360" sldId="276"/>
            <ac:picMk id="13" creationId="{EE55E901-AB70-B268-2D0B-884AC1C5468E}"/>
          </ac:picMkLst>
        </pc:picChg>
      </pc:sldChg>
      <pc:sldChg chg="addSp delSp modSp add mod">
        <pc:chgData name="Antônio vicente da Cruz" userId="a005248133279091" providerId="LiveId" clId="{23BC351F-CA7B-4115-B841-1E2FF2EAE64E}" dt="2026-05-10T19:45:28.559" v="266" actId="20577"/>
        <pc:sldMkLst>
          <pc:docMk/>
          <pc:sldMk cId="2411000986" sldId="277"/>
        </pc:sldMkLst>
        <pc:spChg chg="mod">
          <ac:chgData name="Antônio vicente da Cruz" userId="a005248133279091" providerId="LiveId" clId="{23BC351F-CA7B-4115-B841-1E2FF2EAE64E}" dt="2026-05-10T19:45:28.559" v="266" actId="20577"/>
          <ac:spMkLst>
            <pc:docMk/>
            <pc:sldMk cId="2411000986" sldId="277"/>
            <ac:spMk id="4" creationId="{CD3FCA83-9724-3C8C-D2BB-9565F7164019}"/>
          </ac:spMkLst>
        </pc:spChg>
        <pc:spChg chg="mod">
          <ac:chgData name="Antônio vicente da Cruz" userId="a005248133279091" providerId="LiveId" clId="{23BC351F-CA7B-4115-B841-1E2FF2EAE64E}" dt="2026-05-10T19:45:20.546" v="257" actId="14100"/>
          <ac:spMkLst>
            <pc:docMk/>
            <pc:sldMk cId="2411000986" sldId="277"/>
            <ac:spMk id="5" creationId="{D3C90116-77F9-4BB9-EC8D-D67FBA730921}"/>
          </ac:spMkLst>
        </pc:spChg>
        <pc:spChg chg="mod">
          <ac:chgData name="Antônio vicente da Cruz" userId="a005248133279091" providerId="LiveId" clId="{23BC351F-CA7B-4115-B841-1E2FF2EAE64E}" dt="2026-05-10T19:45:23.512" v="258" actId="1076"/>
          <ac:spMkLst>
            <pc:docMk/>
            <pc:sldMk cId="2411000986" sldId="277"/>
            <ac:spMk id="6" creationId="{C62A9E62-2F8B-844D-0CD8-76350C8D8FF9}"/>
          </ac:spMkLst>
        </pc:spChg>
        <pc:picChg chg="del">
          <ac:chgData name="Antônio vicente da Cruz" userId="a005248133279091" providerId="LiveId" clId="{23BC351F-CA7B-4115-B841-1E2FF2EAE64E}" dt="2026-05-10T19:45:00.779" v="250" actId="478"/>
          <ac:picMkLst>
            <pc:docMk/>
            <pc:sldMk cId="2411000986" sldId="277"/>
            <ac:picMk id="3" creationId="{A0CB0FF6-C87B-9CBF-CBBB-63F17B0C86B7}"/>
          </ac:picMkLst>
        </pc:picChg>
        <pc:picChg chg="add mod ord">
          <ac:chgData name="Antônio vicente da Cruz" userId="a005248133279091" providerId="LiveId" clId="{23BC351F-CA7B-4115-B841-1E2FF2EAE64E}" dt="2026-05-10T19:45:09.884" v="254" actId="1076"/>
          <ac:picMkLst>
            <pc:docMk/>
            <pc:sldMk cId="2411000986" sldId="277"/>
            <ac:picMk id="7" creationId="{596716AB-A093-913E-86C2-D8CE36D63D66}"/>
          </ac:picMkLst>
        </pc:picChg>
      </pc:sldChg>
      <pc:sldChg chg="modSp add mod ord">
        <pc:chgData name="Antônio vicente da Cruz" userId="a005248133279091" providerId="LiveId" clId="{23BC351F-CA7B-4115-B841-1E2FF2EAE64E}" dt="2026-05-10T19:48:40.817" v="296" actId="1076"/>
        <pc:sldMkLst>
          <pc:docMk/>
          <pc:sldMk cId="605945175" sldId="278"/>
        </pc:sldMkLst>
        <pc:spChg chg="mod">
          <ac:chgData name="Antônio vicente da Cruz" userId="a005248133279091" providerId="LiveId" clId="{23BC351F-CA7B-4115-B841-1E2FF2EAE64E}" dt="2026-05-10T19:48:33.092" v="294" actId="20577"/>
          <ac:spMkLst>
            <pc:docMk/>
            <pc:sldMk cId="605945175" sldId="278"/>
            <ac:spMk id="4" creationId="{3EBA9D0C-4B40-B439-07E6-9843BF4BD9DA}"/>
          </ac:spMkLst>
        </pc:spChg>
        <pc:spChg chg="mod">
          <ac:chgData name="Antônio vicente da Cruz" userId="a005248133279091" providerId="LiveId" clId="{23BC351F-CA7B-4115-B841-1E2FF2EAE64E}" dt="2026-05-10T19:48:38.223" v="295" actId="1076"/>
          <ac:spMkLst>
            <pc:docMk/>
            <pc:sldMk cId="605945175" sldId="278"/>
            <ac:spMk id="5" creationId="{F2719CED-0C2B-6F7C-86AD-8F898F71EE9F}"/>
          </ac:spMkLst>
        </pc:spChg>
        <pc:spChg chg="mod">
          <ac:chgData name="Antônio vicente da Cruz" userId="a005248133279091" providerId="LiveId" clId="{23BC351F-CA7B-4115-B841-1E2FF2EAE64E}" dt="2026-05-10T19:48:40.817" v="296" actId="1076"/>
          <ac:spMkLst>
            <pc:docMk/>
            <pc:sldMk cId="605945175" sldId="278"/>
            <ac:spMk id="6" creationId="{9E7B00CD-B39D-0568-7AEA-54600C30E93F}"/>
          </ac:spMkLst>
        </pc:spChg>
      </pc:sldChg>
      <pc:sldChg chg="addSp delSp modSp add mod">
        <pc:chgData name="Antônio vicente da Cruz" userId="a005248133279091" providerId="LiveId" clId="{23BC351F-CA7B-4115-B841-1E2FF2EAE64E}" dt="2026-05-10T19:50:52.094" v="322" actId="1076"/>
        <pc:sldMkLst>
          <pc:docMk/>
          <pc:sldMk cId="562531394" sldId="279"/>
        </pc:sldMkLst>
        <pc:spChg chg="mod">
          <ac:chgData name="Antônio vicente da Cruz" userId="a005248133279091" providerId="LiveId" clId="{23BC351F-CA7B-4115-B841-1E2FF2EAE64E}" dt="2026-05-10T19:49:21.596" v="301" actId="6549"/>
          <ac:spMkLst>
            <pc:docMk/>
            <pc:sldMk cId="562531394" sldId="279"/>
            <ac:spMk id="4" creationId="{2D97FEFF-BF9E-61B4-011A-C03E9B6DD0E6}"/>
          </ac:spMkLst>
        </pc:spChg>
        <pc:spChg chg="del mod">
          <ac:chgData name="Antônio vicente da Cruz" userId="a005248133279091" providerId="LiveId" clId="{23BC351F-CA7B-4115-B841-1E2FF2EAE64E}" dt="2026-05-10T19:50:00.353" v="307" actId="478"/>
          <ac:spMkLst>
            <pc:docMk/>
            <pc:sldMk cId="562531394" sldId="279"/>
            <ac:spMk id="5" creationId="{4E365213-D0B4-DA82-9450-C9BAC1DDD62D}"/>
          </ac:spMkLst>
        </pc:spChg>
        <pc:spChg chg="mod">
          <ac:chgData name="Antônio vicente da Cruz" userId="a005248133279091" providerId="LiveId" clId="{23BC351F-CA7B-4115-B841-1E2FF2EAE64E}" dt="2026-05-10T19:50:13.316" v="312" actId="14100"/>
          <ac:spMkLst>
            <pc:docMk/>
            <pc:sldMk cId="562531394" sldId="279"/>
            <ac:spMk id="6" creationId="{6F23BD4A-FBF6-A12B-C6BE-2F0477483423}"/>
          </ac:spMkLst>
        </pc:spChg>
        <pc:spChg chg="add mod">
          <ac:chgData name="Antônio vicente da Cruz" userId="a005248133279091" providerId="LiveId" clId="{23BC351F-CA7B-4115-B841-1E2FF2EAE64E}" dt="2026-05-10T19:50:27.229" v="315" actId="1076"/>
          <ac:spMkLst>
            <pc:docMk/>
            <pc:sldMk cId="562531394" sldId="279"/>
            <ac:spMk id="8" creationId="{CCE50C35-7B2A-5D97-1669-991572AD6D8D}"/>
          </ac:spMkLst>
        </pc:spChg>
        <pc:spChg chg="add mod">
          <ac:chgData name="Antônio vicente da Cruz" userId="a005248133279091" providerId="LiveId" clId="{23BC351F-CA7B-4115-B841-1E2FF2EAE64E}" dt="2026-05-10T19:50:42.416" v="320" actId="688"/>
          <ac:spMkLst>
            <pc:docMk/>
            <pc:sldMk cId="562531394" sldId="279"/>
            <ac:spMk id="9" creationId="{BB7B6E52-89BE-6238-5B3A-5265D38FA2E8}"/>
          </ac:spMkLst>
        </pc:spChg>
        <pc:spChg chg="add mod">
          <ac:chgData name="Antônio vicente da Cruz" userId="a005248133279091" providerId="LiveId" clId="{23BC351F-CA7B-4115-B841-1E2FF2EAE64E}" dt="2026-05-10T19:50:52.094" v="322" actId="1076"/>
          <ac:spMkLst>
            <pc:docMk/>
            <pc:sldMk cId="562531394" sldId="279"/>
            <ac:spMk id="10" creationId="{D4D011C2-1F3A-45F9-E2CB-610CC56624AC}"/>
          </ac:spMkLst>
        </pc:spChg>
        <pc:picChg chg="add mod ord">
          <ac:chgData name="Antônio vicente da Cruz" userId="a005248133279091" providerId="LiveId" clId="{23BC351F-CA7B-4115-B841-1E2FF2EAE64E}" dt="2026-05-10T19:50:30.865" v="318" actId="1076"/>
          <ac:picMkLst>
            <pc:docMk/>
            <pc:sldMk cId="562531394" sldId="279"/>
            <ac:picMk id="3" creationId="{29193A79-F240-2550-6B8B-434B081B6EA9}"/>
          </ac:picMkLst>
        </pc:picChg>
        <pc:picChg chg="del">
          <ac:chgData name="Antônio vicente da Cruz" userId="a005248133279091" providerId="LiveId" clId="{23BC351F-CA7B-4115-B841-1E2FF2EAE64E}" dt="2026-05-10T19:49:02.339" v="298" actId="478"/>
          <ac:picMkLst>
            <pc:docMk/>
            <pc:sldMk cId="562531394" sldId="279"/>
            <ac:picMk id="7" creationId="{7E2E3776-FFED-EC50-8FBA-294CFA09E54A}"/>
          </ac:picMkLst>
        </pc:picChg>
      </pc:sldChg>
      <pc:sldChg chg="addSp delSp modSp add mod ord">
        <pc:chgData name="Antônio vicente da Cruz" userId="a005248133279091" providerId="LiveId" clId="{23BC351F-CA7B-4115-B841-1E2FF2EAE64E}" dt="2026-05-10T19:52:38.190" v="338" actId="1076"/>
        <pc:sldMkLst>
          <pc:docMk/>
          <pc:sldMk cId="86083998" sldId="280"/>
        </pc:sldMkLst>
        <pc:spChg chg="add mod">
          <ac:chgData name="Antônio vicente da Cruz" userId="a005248133279091" providerId="LiveId" clId="{23BC351F-CA7B-4115-B841-1E2FF2EAE64E}" dt="2026-05-10T19:51:24.223" v="327"/>
          <ac:spMkLst>
            <pc:docMk/>
            <pc:sldMk cId="86083998" sldId="280"/>
            <ac:spMk id="2" creationId="{03E4838B-9277-7B25-E1B4-E45512470CE0}"/>
          </ac:spMkLst>
        </pc:spChg>
        <pc:spChg chg="mod">
          <ac:chgData name="Antônio vicente da Cruz" userId="a005248133279091" providerId="LiveId" clId="{23BC351F-CA7B-4115-B841-1E2FF2EAE64E}" dt="2026-05-10T19:52:25.949" v="334"/>
          <ac:spMkLst>
            <pc:docMk/>
            <pc:sldMk cId="86083998" sldId="280"/>
            <ac:spMk id="4" creationId="{43BDC9D7-DAF8-2E07-8BD8-0FD8B717613B}"/>
          </ac:spMkLst>
        </pc:spChg>
        <pc:spChg chg="del">
          <ac:chgData name="Antônio vicente da Cruz" userId="a005248133279091" providerId="LiveId" clId="{23BC351F-CA7B-4115-B841-1E2FF2EAE64E}" dt="2026-05-10T19:52:29.214" v="335" actId="478"/>
          <ac:spMkLst>
            <pc:docMk/>
            <pc:sldMk cId="86083998" sldId="280"/>
            <ac:spMk id="5" creationId="{231A1214-73AE-D348-065A-9A60C6D2AE0C}"/>
          </ac:spMkLst>
        </pc:spChg>
        <pc:spChg chg="mod">
          <ac:chgData name="Antônio vicente da Cruz" userId="a005248133279091" providerId="LiveId" clId="{23BC351F-CA7B-4115-B841-1E2FF2EAE64E}" dt="2026-05-10T19:52:32.777" v="336" actId="1076"/>
          <ac:spMkLst>
            <pc:docMk/>
            <pc:sldMk cId="86083998" sldId="280"/>
            <ac:spMk id="6" creationId="{C3170791-F4E4-BECF-90E8-DD6D0242B311}"/>
          </ac:spMkLst>
        </pc:spChg>
        <pc:spChg chg="add mod">
          <ac:chgData name="Antônio vicente da Cruz" userId="a005248133279091" providerId="LiveId" clId="{23BC351F-CA7B-4115-B841-1E2FF2EAE64E}" dt="2026-05-10T19:52:38.190" v="338" actId="1076"/>
          <ac:spMkLst>
            <pc:docMk/>
            <pc:sldMk cId="86083998" sldId="280"/>
            <ac:spMk id="11" creationId="{C297C2B8-6CBE-CFDE-ADC2-E437EF2AC7AD}"/>
          </ac:spMkLst>
        </pc:spChg>
        <pc:picChg chg="del">
          <ac:chgData name="Antônio vicente da Cruz" userId="a005248133279091" providerId="LiveId" clId="{23BC351F-CA7B-4115-B841-1E2FF2EAE64E}" dt="2026-05-10T19:51:23.250" v="326" actId="478"/>
          <ac:picMkLst>
            <pc:docMk/>
            <pc:sldMk cId="86083998" sldId="280"/>
            <ac:picMk id="7" creationId="{DC4010E1-C828-6EFF-6D68-0582E7F5BC23}"/>
          </ac:picMkLst>
        </pc:picChg>
        <pc:picChg chg="add del">
          <ac:chgData name="Antônio vicente da Cruz" userId="a005248133279091" providerId="LiveId" clId="{23BC351F-CA7B-4115-B841-1E2FF2EAE64E}" dt="2026-05-10T19:51:35.729" v="329" actId="478"/>
          <ac:picMkLst>
            <pc:docMk/>
            <pc:sldMk cId="86083998" sldId="280"/>
            <ac:picMk id="8" creationId="{9B18797A-BAEF-835E-310C-3FDD8EF486D9}"/>
          </ac:picMkLst>
        </pc:picChg>
        <pc:picChg chg="add mod ord">
          <ac:chgData name="Antônio vicente da Cruz" userId="a005248133279091" providerId="LiveId" clId="{23BC351F-CA7B-4115-B841-1E2FF2EAE64E}" dt="2026-05-10T19:52:04.630" v="333" actId="170"/>
          <ac:picMkLst>
            <pc:docMk/>
            <pc:sldMk cId="86083998" sldId="280"/>
            <ac:picMk id="10" creationId="{D1672ACF-4B30-1709-4C65-ED97C324DB1A}"/>
          </ac:picMkLst>
        </pc:picChg>
      </pc:sldChg>
      <pc:sldChg chg="addSp delSp modSp add mod ord">
        <pc:chgData name="Antônio vicente da Cruz" userId="a005248133279091" providerId="LiveId" clId="{23BC351F-CA7B-4115-B841-1E2FF2EAE64E}" dt="2026-05-10T19:55:12.254" v="352"/>
        <pc:sldMkLst>
          <pc:docMk/>
          <pc:sldMk cId="682771306" sldId="281"/>
        </pc:sldMkLst>
        <pc:spChg chg="mod">
          <ac:chgData name="Antônio vicente da Cruz" userId="a005248133279091" providerId="LiveId" clId="{23BC351F-CA7B-4115-B841-1E2FF2EAE64E}" dt="2026-05-10T19:55:12.254" v="352"/>
          <ac:spMkLst>
            <pc:docMk/>
            <pc:sldMk cId="682771306" sldId="281"/>
            <ac:spMk id="4" creationId="{946E6A13-FD4E-9E2F-0B36-66861940AA41}"/>
          </ac:spMkLst>
        </pc:spChg>
        <pc:spChg chg="mod">
          <ac:chgData name="Antônio vicente da Cruz" userId="a005248133279091" providerId="LiveId" clId="{23BC351F-CA7B-4115-B841-1E2FF2EAE64E}" dt="2026-05-10T19:54:52.450" v="350" actId="1076"/>
          <ac:spMkLst>
            <pc:docMk/>
            <pc:sldMk cId="682771306" sldId="281"/>
            <ac:spMk id="5" creationId="{EB9EDA24-2FE7-98F0-9263-FC9DF51DC2D6}"/>
          </ac:spMkLst>
        </pc:spChg>
        <pc:spChg chg="mod">
          <ac:chgData name="Antônio vicente da Cruz" userId="a005248133279091" providerId="LiveId" clId="{23BC351F-CA7B-4115-B841-1E2FF2EAE64E}" dt="2026-05-10T19:54:55.256" v="351" actId="1076"/>
          <ac:spMkLst>
            <pc:docMk/>
            <pc:sldMk cId="682771306" sldId="281"/>
            <ac:spMk id="6" creationId="{E98A60E0-F6DA-B060-2222-43DD692FE1E8}"/>
          </ac:spMkLst>
        </pc:spChg>
        <pc:picChg chg="add mod ord">
          <ac:chgData name="Antônio vicente da Cruz" userId="a005248133279091" providerId="LiveId" clId="{23BC351F-CA7B-4115-B841-1E2FF2EAE64E}" dt="2026-05-10T19:54:42.545" v="347" actId="170"/>
          <ac:picMkLst>
            <pc:docMk/>
            <pc:sldMk cId="682771306" sldId="281"/>
            <ac:picMk id="3" creationId="{4050A7C0-BD6C-0EFC-A252-878A491F2C0B}"/>
          </ac:picMkLst>
        </pc:picChg>
        <pc:picChg chg="del">
          <ac:chgData name="Antônio vicente da Cruz" userId="a005248133279091" providerId="LiveId" clId="{23BC351F-CA7B-4115-B841-1E2FF2EAE64E}" dt="2026-05-10T19:54:04.526" v="342" actId="478"/>
          <ac:picMkLst>
            <pc:docMk/>
            <pc:sldMk cId="682771306" sldId="281"/>
            <ac:picMk id="7" creationId="{F214BF8A-C913-4C28-1CA2-A6D3D9123A20}"/>
          </ac:picMkLst>
        </pc:picChg>
      </pc:sldChg>
      <pc:sldChg chg="addSp delSp modSp add mod">
        <pc:chgData name="Antônio vicente da Cruz" userId="a005248133279091" providerId="LiveId" clId="{23BC351F-CA7B-4115-B841-1E2FF2EAE64E}" dt="2026-05-10T19:56:23.709" v="373" actId="1076"/>
        <pc:sldMkLst>
          <pc:docMk/>
          <pc:sldMk cId="3932537313" sldId="282"/>
        </pc:sldMkLst>
        <pc:spChg chg="mod">
          <ac:chgData name="Antônio vicente da Cruz" userId="a005248133279091" providerId="LiveId" clId="{23BC351F-CA7B-4115-B841-1E2FF2EAE64E}" dt="2026-05-10T19:55:50.306" v="363" actId="20577"/>
          <ac:spMkLst>
            <pc:docMk/>
            <pc:sldMk cId="3932537313" sldId="282"/>
            <ac:spMk id="4" creationId="{D5FFE97E-4424-4291-79B0-F25919ADA5A3}"/>
          </ac:spMkLst>
        </pc:spChg>
        <pc:spChg chg="mod">
          <ac:chgData name="Antônio vicente da Cruz" userId="a005248133279091" providerId="LiveId" clId="{23BC351F-CA7B-4115-B841-1E2FF2EAE64E}" dt="2026-05-10T19:56:14.829" v="370" actId="1076"/>
          <ac:spMkLst>
            <pc:docMk/>
            <pc:sldMk cId="3932537313" sldId="282"/>
            <ac:spMk id="5" creationId="{53984A46-36E6-1672-9C39-EAFEDCC1809D}"/>
          </ac:spMkLst>
        </pc:spChg>
        <pc:spChg chg="mod">
          <ac:chgData name="Antônio vicente da Cruz" userId="a005248133279091" providerId="LiveId" clId="{23BC351F-CA7B-4115-B841-1E2FF2EAE64E}" dt="2026-05-10T19:56:23.709" v="373" actId="1076"/>
          <ac:spMkLst>
            <pc:docMk/>
            <pc:sldMk cId="3932537313" sldId="282"/>
            <ac:spMk id="6" creationId="{D5C8C324-E37D-155C-4742-0EAD78BB8267}"/>
          </ac:spMkLst>
        </pc:spChg>
        <pc:spChg chg="add del">
          <ac:chgData name="Antônio vicente da Cruz" userId="a005248133279091" providerId="LiveId" clId="{23BC351F-CA7B-4115-B841-1E2FF2EAE64E}" dt="2026-05-10T19:55:43.729" v="356" actId="22"/>
          <ac:spMkLst>
            <pc:docMk/>
            <pc:sldMk cId="3932537313" sldId="282"/>
            <ac:spMk id="7" creationId="{A0C56ADA-AB04-9B64-B5A7-671A6E6DAE2C}"/>
          </ac:spMkLst>
        </pc:spChg>
        <pc:picChg chg="del">
          <ac:chgData name="Antônio vicente da Cruz" userId="a005248133279091" providerId="LiveId" clId="{23BC351F-CA7B-4115-B841-1E2FF2EAE64E}" dt="2026-05-10T19:55:41.763" v="354" actId="478"/>
          <ac:picMkLst>
            <pc:docMk/>
            <pc:sldMk cId="3932537313" sldId="282"/>
            <ac:picMk id="3" creationId="{1458084D-FDCD-FD62-0B41-B508460A3D51}"/>
          </ac:picMkLst>
        </pc:picChg>
        <pc:picChg chg="add mod ord">
          <ac:chgData name="Antônio vicente da Cruz" userId="a005248133279091" providerId="LiveId" clId="{23BC351F-CA7B-4115-B841-1E2FF2EAE64E}" dt="2026-05-10T19:56:17.047" v="372" actId="1076"/>
          <ac:picMkLst>
            <pc:docMk/>
            <pc:sldMk cId="3932537313" sldId="282"/>
            <ac:picMk id="9" creationId="{DA706831-0C64-8CCE-2976-0CFA7DAC7DDA}"/>
          </ac:picMkLst>
        </pc:picChg>
      </pc:sldChg>
      <pc:sldChg chg="add">
        <pc:chgData name="Antônio vicente da Cruz" userId="a005248133279091" providerId="LiveId" clId="{23BC351F-CA7B-4115-B841-1E2FF2EAE64E}" dt="2026-05-10T19:56:33.389" v="374" actId="2890"/>
        <pc:sldMkLst>
          <pc:docMk/>
          <pc:sldMk cId="2262512666" sldId="283"/>
        </pc:sldMkLst>
      </pc:sldChg>
      <pc:sldChg chg="addSp delSp modSp add mod">
        <pc:chgData name="Antônio vicente da Cruz" userId="a005248133279091" providerId="LiveId" clId="{23BC351F-CA7B-4115-B841-1E2FF2EAE64E}" dt="2026-05-10T19:58:05.765" v="390" actId="478"/>
        <pc:sldMkLst>
          <pc:docMk/>
          <pc:sldMk cId="1594749772" sldId="284"/>
        </pc:sldMkLst>
        <pc:spChg chg="add del">
          <ac:chgData name="Antônio vicente da Cruz" userId="a005248133279091" providerId="LiveId" clId="{23BC351F-CA7B-4115-B841-1E2FF2EAE64E}" dt="2026-05-10T19:57:32.287" v="380" actId="22"/>
          <ac:spMkLst>
            <pc:docMk/>
            <pc:sldMk cId="1594749772" sldId="284"/>
            <ac:spMk id="3" creationId="{A8B497B3-7DFD-6609-FE3F-B48641D57E3B}"/>
          </ac:spMkLst>
        </pc:spChg>
        <pc:spChg chg="mod">
          <ac:chgData name="Antônio vicente da Cruz" userId="a005248133279091" providerId="LiveId" clId="{23BC351F-CA7B-4115-B841-1E2FF2EAE64E}" dt="2026-05-10T19:57:17.779" v="377" actId="20577"/>
          <ac:spMkLst>
            <pc:docMk/>
            <pc:sldMk cId="1594749772" sldId="284"/>
            <ac:spMk id="4" creationId="{EA775CD0-30A6-E64E-0694-FC52182349F3}"/>
          </ac:spMkLst>
        </pc:spChg>
        <pc:spChg chg="del">
          <ac:chgData name="Antônio vicente da Cruz" userId="a005248133279091" providerId="LiveId" clId="{23BC351F-CA7B-4115-B841-1E2FF2EAE64E}" dt="2026-05-10T19:58:05.765" v="390" actId="478"/>
          <ac:spMkLst>
            <pc:docMk/>
            <pc:sldMk cId="1594749772" sldId="284"/>
            <ac:spMk id="5" creationId="{A0B078F6-5452-8B12-EF9E-D50BCF9086E9}"/>
          </ac:spMkLst>
        </pc:spChg>
        <pc:spChg chg="mod">
          <ac:chgData name="Antônio vicente da Cruz" userId="a005248133279091" providerId="LiveId" clId="{23BC351F-CA7B-4115-B841-1E2FF2EAE64E}" dt="2026-05-10T19:57:58.210" v="389" actId="14100"/>
          <ac:spMkLst>
            <pc:docMk/>
            <pc:sldMk cId="1594749772" sldId="284"/>
            <ac:spMk id="6" creationId="{63CA9C19-BE31-18D3-6B3A-A8E21A48E5A8}"/>
          </ac:spMkLst>
        </pc:spChg>
        <pc:picChg chg="add mod ord">
          <ac:chgData name="Antônio vicente da Cruz" userId="a005248133279091" providerId="LiveId" clId="{23BC351F-CA7B-4115-B841-1E2FF2EAE64E}" dt="2026-05-10T19:57:45.237" v="384" actId="1076"/>
          <ac:picMkLst>
            <pc:docMk/>
            <pc:sldMk cId="1594749772" sldId="284"/>
            <ac:picMk id="8" creationId="{E599A1C7-1CE1-0021-603F-6E65F28C6727}"/>
          </ac:picMkLst>
        </pc:picChg>
        <pc:picChg chg="del">
          <ac:chgData name="Antônio vicente da Cruz" userId="a005248133279091" providerId="LiveId" clId="{23BC351F-CA7B-4115-B841-1E2FF2EAE64E}" dt="2026-05-10T19:57:31.101" v="378" actId="478"/>
          <ac:picMkLst>
            <pc:docMk/>
            <pc:sldMk cId="1594749772" sldId="284"/>
            <ac:picMk id="9" creationId="{E697C48D-1F8B-D792-7D48-09CF388170D6}"/>
          </ac:picMkLst>
        </pc:picChg>
      </pc:sldChg>
      <pc:sldChg chg="addSp delSp modSp add mod ord">
        <pc:chgData name="Antônio vicente da Cruz" userId="a005248133279091" providerId="LiveId" clId="{23BC351F-CA7B-4115-B841-1E2FF2EAE64E}" dt="2026-05-10T20:01:24.141" v="446" actId="20577"/>
        <pc:sldMkLst>
          <pc:docMk/>
          <pc:sldMk cId="2989752335" sldId="285"/>
        </pc:sldMkLst>
        <pc:spChg chg="mod">
          <ac:chgData name="Antônio vicente da Cruz" userId="a005248133279091" providerId="LiveId" clId="{23BC351F-CA7B-4115-B841-1E2FF2EAE64E}" dt="2026-05-10T20:01:24.141" v="446" actId="20577"/>
          <ac:spMkLst>
            <pc:docMk/>
            <pc:sldMk cId="2989752335" sldId="285"/>
            <ac:spMk id="4" creationId="{C88CED46-AD7F-4D1B-C86B-155273B49868}"/>
          </ac:spMkLst>
        </pc:spChg>
        <pc:spChg chg="mod">
          <ac:chgData name="Antônio vicente da Cruz" userId="a005248133279091" providerId="LiveId" clId="{23BC351F-CA7B-4115-B841-1E2FF2EAE64E}" dt="2026-05-10T19:59:25.365" v="401" actId="1076"/>
          <ac:spMkLst>
            <pc:docMk/>
            <pc:sldMk cId="2989752335" sldId="285"/>
            <ac:spMk id="5" creationId="{0194F10A-66AF-4E3F-2A2E-2BAECE3D2379}"/>
          </ac:spMkLst>
        </pc:spChg>
        <pc:spChg chg="mod">
          <ac:chgData name="Antônio vicente da Cruz" userId="a005248133279091" providerId="LiveId" clId="{23BC351F-CA7B-4115-B841-1E2FF2EAE64E}" dt="2026-05-10T19:59:21.890" v="400" actId="1076"/>
          <ac:spMkLst>
            <pc:docMk/>
            <pc:sldMk cId="2989752335" sldId="285"/>
            <ac:spMk id="6" creationId="{7CC3DE65-A5E6-4144-A0D0-35BAA7F01033}"/>
          </ac:spMkLst>
        </pc:spChg>
        <pc:picChg chg="add mod ord">
          <ac:chgData name="Antônio vicente da Cruz" userId="a005248133279091" providerId="LiveId" clId="{23BC351F-CA7B-4115-B841-1E2FF2EAE64E}" dt="2026-05-10T19:59:17.823" v="399" actId="170"/>
          <ac:picMkLst>
            <pc:docMk/>
            <pc:sldMk cId="2989752335" sldId="285"/>
            <ac:picMk id="3" creationId="{1572940B-515F-F510-E809-C11489937891}"/>
          </ac:picMkLst>
        </pc:picChg>
        <pc:picChg chg="del">
          <ac:chgData name="Antônio vicente da Cruz" userId="a005248133279091" providerId="LiveId" clId="{23BC351F-CA7B-4115-B841-1E2FF2EAE64E}" dt="2026-05-10T19:58:46.754" v="395" actId="478"/>
          <ac:picMkLst>
            <pc:docMk/>
            <pc:sldMk cId="2989752335" sldId="285"/>
            <ac:picMk id="9" creationId="{CDB66FD9-6DB0-6B07-607F-B647DD3B2373}"/>
          </ac:picMkLst>
        </pc:picChg>
      </pc:sldChg>
      <pc:sldChg chg="addSp delSp modSp add mod">
        <pc:chgData name="Antônio vicente da Cruz" userId="a005248133279091" providerId="LiveId" clId="{23BC351F-CA7B-4115-B841-1E2FF2EAE64E}" dt="2026-05-10T20:00:29.631" v="410" actId="1076"/>
        <pc:sldMkLst>
          <pc:docMk/>
          <pc:sldMk cId="1832942963" sldId="286"/>
        </pc:sldMkLst>
        <pc:spChg chg="mod">
          <ac:chgData name="Antônio vicente da Cruz" userId="a005248133279091" providerId="LiveId" clId="{23BC351F-CA7B-4115-B841-1E2FF2EAE64E}" dt="2026-05-10T19:59:41.478" v="402"/>
          <ac:spMkLst>
            <pc:docMk/>
            <pc:sldMk cId="1832942963" sldId="286"/>
            <ac:spMk id="4" creationId="{922A1AE2-B6EA-DB66-1CEF-6FA135F2CE56}"/>
          </ac:spMkLst>
        </pc:spChg>
        <pc:spChg chg="mod">
          <ac:chgData name="Antônio vicente da Cruz" userId="a005248133279091" providerId="LiveId" clId="{23BC351F-CA7B-4115-B841-1E2FF2EAE64E}" dt="2026-05-10T20:00:25.875" v="409" actId="14100"/>
          <ac:spMkLst>
            <pc:docMk/>
            <pc:sldMk cId="1832942963" sldId="286"/>
            <ac:spMk id="5" creationId="{430EFEF1-9AE0-F4F0-17E3-E369EF2AB926}"/>
          </ac:spMkLst>
        </pc:spChg>
        <pc:spChg chg="mod">
          <ac:chgData name="Antônio vicente da Cruz" userId="a005248133279091" providerId="LiveId" clId="{23BC351F-CA7B-4115-B841-1E2FF2EAE64E}" dt="2026-05-10T20:00:29.631" v="410" actId="1076"/>
          <ac:spMkLst>
            <pc:docMk/>
            <pc:sldMk cId="1832942963" sldId="286"/>
            <ac:spMk id="6" creationId="{72234585-BAD3-704D-0C62-9B84633A35F6}"/>
          </ac:spMkLst>
        </pc:spChg>
        <pc:picChg chg="add mod ord">
          <ac:chgData name="Antônio vicente da Cruz" userId="a005248133279091" providerId="LiveId" clId="{23BC351F-CA7B-4115-B841-1E2FF2EAE64E}" dt="2026-05-10T20:00:19.826" v="407" actId="170"/>
          <ac:picMkLst>
            <pc:docMk/>
            <pc:sldMk cId="1832942963" sldId="286"/>
            <ac:picMk id="3" creationId="{298BAF23-491B-0858-3F4F-E3A8CB0EA95A}"/>
          </ac:picMkLst>
        </pc:picChg>
        <pc:picChg chg="del">
          <ac:chgData name="Antônio vicente da Cruz" userId="a005248133279091" providerId="LiveId" clId="{23BC351F-CA7B-4115-B841-1E2FF2EAE64E}" dt="2026-05-10T19:59:43.422" v="403" actId="478"/>
          <ac:picMkLst>
            <pc:docMk/>
            <pc:sldMk cId="1832942963" sldId="286"/>
            <ac:picMk id="9" creationId="{7F609185-DA32-6017-9675-1834CFAD0863}"/>
          </ac:picMkLst>
        </pc:picChg>
      </pc:sldChg>
      <pc:sldChg chg="modSp add mod ord">
        <pc:chgData name="Antônio vicente da Cruz" userId="a005248133279091" providerId="LiveId" clId="{23BC351F-CA7B-4115-B841-1E2FF2EAE64E}" dt="2026-05-10T20:01:55.444" v="458" actId="20577"/>
        <pc:sldMkLst>
          <pc:docMk/>
          <pc:sldMk cId="2007484583" sldId="287"/>
        </pc:sldMkLst>
        <pc:spChg chg="mod">
          <ac:chgData name="Antônio vicente da Cruz" userId="a005248133279091" providerId="LiveId" clId="{23BC351F-CA7B-4115-B841-1E2FF2EAE64E}" dt="2026-05-10T20:01:55.444" v="458" actId="20577"/>
          <ac:spMkLst>
            <pc:docMk/>
            <pc:sldMk cId="2007484583" sldId="287"/>
            <ac:spMk id="4" creationId="{AA666FE3-EED1-EAC4-0107-BFD7A8662C57}"/>
          </ac:spMkLst>
        </pc:spChg>
      </pc:sldChg>
      <pc:sldChg chg="modSp add mod ord">
        <pc:chgData name="Antônio vicente da Cruz" userId="a005248133279091" providerId="LiveId" clId="{23BC351F-CA7B-4115-B841-1E2FF2EAE64E}" dt="2026-05-10T20:02:37.588" v="467" actId="20577"/>
        <pc:sldMkLst>
          <pc:docMk/>
          <pc:sldMk cId="1648051418" sldId="288"/>
        </pc:sldMkLst>
        <pc:spChg chg="mod">
          <ac:chgData name="Antônio vicente da Cruz" userId="a005248133279091" providerId="LiveId" clId="{23BC351F-CA7B-4115-B841-1E2FF2EAE64E}" dt="2026-05-10T20:02:37.588" v="467" actId="20577"/>
          <ac:spMkLst>
            <pc:docMk/>
            <pc:sldMk cId="1648051418" sldId="288"/>
            <ac:spMk id="4" creationId="{A167895B-66EB-F8F6-145E-D53FC762F6E5}"/>
          </ac:spMkLst>
        </pc:spChg>
        <pc:spChg chg="mod">
          <ac:chgData name="Antônio vicente da Cruz" userId="a005248133279091" providerId="LiveId" clId="{23BC351F-CA7B-4115-B841-1E2FF2EAE64E}" dt="2026-05-10T20:02:14.333" v="463" actId="1076"/>
          <ac:spMkLst>
            <pc:docMk/>
            <pc:sldMk cId="1648051418" sldId="288"/>
            <ac:spMk id="5" creationId="{2F27B04D-069B-7291-547E-E8EA222351A5}"/>
          </ac:spMkLst>
        </pc:spChg>
        <pc:spChg chg="mod">
          <ac:chgData name="Antônio vicente da Cruz" userId="a005248133279091" providerId="LiveId" clId="{23BC351F-CA7B-4115-B841-1E2FF2EAE64E}" dt="2026-05-10T20:02:19.483" v="464" actId="1076"/>
          <ac:spMkLst>
            <pc:docMk/>
            <pc:sldMk cId="1648051418" sldId="288"/>
            <ac:spMk id="6" creationId="{310B4466-00D8-DADE-3D61-0B69EDAF861D}"/>
          </ac:spMkLst>
        </pc:spChg>
      </pc:sldChg>
      <pc:sldChg chg="modSp add mod">
        <pc:chgData name="Antônio vicente da Cruz" userId="a005248133279091" providerId="LiveId" clId="{23BC351F-CA7B-4115-B841-1E2FF2EAE64E}" dt="2026-05-10T20:03:18.306" v="485" actId="1076"/>
        <pc:sldMkLst>
          <pc:docMk/>
          <pc:sldMk cId="1139938400" sldId="289"/>
        </pc:sldMkLst>
        <pc:spChg chg="mod">
          <ac:chgData name="Antônio vicente da Cruz" userId="a005248133279091" providerId="LiveId" clId="{23BC351F-CA7B-4115-B841-1E2FF2EAE64E}" dt="2026-05-10T20:03:03.542" v="480" actId="20577"/>
          <ac:spMkLst>
            <pc:docMk/>
            <pc:sldMk cId="1139938400" sldId="289"/>
            <ac:spMk id="4" creationId="{2B3666F5-3B61-F56A-7716-23E49E6F9310}"/>
          </ac:spMkLst>
        </pc:spChg>
        <pc:spChg chg="mod">
          <ac:chgData name="Antônio vicente da Cruz" userId="a005248133279091" providerId="LiveId" clId="{23BC351F-CA7B-4115-B841-1E2FF2EAE64E}" dt="2026-05-10T20:03:15.077" v="484" actId="1076"/>
          <ac:spMkLst>
            <pc:docMk/>
            <pc:sldMk cId="1139938400" sldId="289"/>
            <ac:spMk id="5" creationId="{D119E92A-50C1-3DC2-2589-E016CF5261D7}"/>
          </ac:spMkLst>
        </pc:spChg>
        <pc:spChg chg="mod">
          <ac:chgData name="Antônio vicente da Cruz" userId="a005248133279091" providerId="LiveId" clId="{23BC351F-CA7B-4115-B841-1E2FF2EAE64E}" dt="2026-05-10T20:03:18.306" v="485" actId="1076"/>
          <ac:spMkLst>
            <pc:docMk/>
            <pc:sldMk cId="1139938400" sldId="289"/>
            <ac:spMk id="6" creationId="{558F259E-5E2B-4E97-54B8-DAFE19CFD392}"/>
          </ac:spMkLst>
        </pc:spChg>
      </pc:sldChg>
      <pc:sldChg chg="modSp add mod ord">
        <pc:chgData name="Antônio vicente da Cruz" userId="a005248133279091" providerId="LiveId" clId="{23BC351F-CA7B-4115-B841-1E2FF2EAE64E}" dt="2026-05-10T20:06:23.212" v="530" actId="1076"/>
        <pc:sldMkLst>
          <pc:docMk/>
          <pc:sldMk cId="3966608981" sldId="290"/>
        </pc:sldMkLst>
        <pc:spChg chg="mod">
          <ac:chgData name="Antônio vicente da Cruz" userId="a005248133279091" providerId="LiveId" clId="{23BC351F-CA7B-4115-B841-1E2FF2EAE64E}" dt="2026-05-10T20:06:10.797" v="528" actId="20577"/>
          <ac:spMkLst>
            <pc:docMk/>
            <pc:sldMk cId="3966608981" sldId="290"/>
            <ac:spMk id="4" creationId="{67A15E60-E2D5-3907-9358-71FE265185CC}"/>
          </ac:spMkLst>
        </pc:spChg>
        <pc:spChg chg="mod">
          <ac:chgData name="Antônio vicente da Cruz" userId="a005248133279091" providerId="LiveId" clId="{23BC351F-CA7B-4115-B841-1E2FF2EAE64E}" dt="2026-05-10T20:06:20.127" v="529" actId="1076"/>
          <ac:spMkLst>
            <pc:docMk/>
            <pc:sldMk cId="3966608981" sldId="290"/>
            <ac:spMk id="5" creationId="{80CFDC43-154E-0A0F-2A27-C5538CAB9891}"/>
          </ac:spMkLst>
        </pc:spChg>
        <pc:spChg chg="mod">
          <ac:chgData name="Antônio vicente da Cruz" userId="a005248133279091" providerId="LiveId" clId="{23BC351F-CA7B-4115-B841-1E2FF2EAE64E}" dt="2026-05-10T20:06:23.212" v="530" actId="1076"/>
          <ac:spMkLst>
            <pc:docMk/>
            <pc:sldMk cId="3966608981" sldId="290"/>
            <ac:spMk id="6" creationId="{C38B5EC2-3501-B082-4A13-BB95B3CC1D5C}"/>
          </ac:spMkLst>
        </pc:spChg>
      </pc:sldChg>
      <pc:sldChg chg="modSp add mod">
        <pc:chgData name="Antônio vicente da Cruz" userId="a005248133279091" providerId="LiveId" clId="{23BC351F-CA7B-4115-B841-1E2FF2EAE64E}" dt="2026-05-10T20:11:22.422" v="560" actId="14100"/>
        <pc:sldMkLst>
          <pc:docMk/>
          <pc:sldMk cId="679262945" sldId="291"/>
        </pc:sldMkLst>
        <pc:spChg chg="mod">
          <ac:chgData name="Antônio vicente da Cruz" userId="a005248133279091" providerId="LiveId" clId="{23BC351F-CA7B-4115-B841-1E2FF2EAE64E}" dt="2026-05-10T20:10:46.857" v="546"/>
          <ac:spMkLst>
            <pc:docMk/>
            <pc:sldMk cId="679262945" sldId="291"/>
            <ac:spMk id="4" creationId="{074A43BF-B439-EF9A-8AE7-9F1AD3C49A11}"/>
          </ac:spMkLst>
        </pc:spChg>
        <pc:spChg chg="mod">
          <ac:chgData name="Antônio vicente da Cruz" userId="a005248133279091" providerId="LiveId" clId="{23BC351F-CA7B-4115-B841-1E2FF2EAE64E}" dt="2026-05-10T20:11:22.422" v="560" actId="14100"/>
          <ac:spMkLst>
            <pc:docMk/>
            <pc:sldMk cId="679262945" sldId="291"/>
            <ac:spMk id="5" creationId="{7229FFDF-6E8E-672F-183E-221FAAFE47B0}"/>
          </ac:spMkLst>
        </pc:spChg>
        <pc:spChg chg="mod">
          <ac:chgData name="Antônio vicente da Cruz" userId="a005248133279091" providerId="LiveId" clId="{23BC351F-CA7B-4115-B841-1E2FF2EAE64E}" dt="2026-05-10T20:11:17.506" v="558" actId="1076"/>
          <ac:spMkLst>
            <pc:docMk/>
            <pc:sldMk cId="679262945" sldId="291"/>
            <ac:spMk id="6" creationId="{3AD59A82-B0E5-D78A-304B-16C710EA2CBF}"/>
          </ac:spMkLst>
        </pc:spChg>
      </pc:sldChg>
      <pc:sldChg chg="addSp delSp modSp add mod">
        <pc:chgData name="Antônio vicente da Cruz" userId="a005248133279091" providerId="LiveId" clId="{23BC351F-CA7B-4115-B841-1E2FF2EAE64E}" dt="2026-05-10T20:15:08.364" v="595" actId="1076"/>
        <pc:sldMkLst>
          <pc:docMk/>
          <pc:sldMk cId="2008777281" sldId="292"/>
        </pc:sldMkLst>
        <pc:spChg chg="mod">
          <ac:chgData name="Antônio vicente da Cruz" userId="a005248133279091" providerId="LiveId" clId="{23BC351F-CA7B-4115-B841-1E2FF2EAE64E}" dt="2026-05-10T20:13:55.316" v="591"/>
          <ac:spMkLst>
            <pc:docMk/>
            <pc:sldMk cId="2008777281" sldId="292"/>
            <ac:spMk id="4" creationId="{6A5093E2-FDDA-F59D-4B80-041D56663DC1}"/>
          </ac:spMkLst>
        </pc:spChg>
        <pc:spChg chg="del mod">
          <ac:chgData name="Antônio vicente da Cruz" userId="a005248133279091" providerId="LiveId" clId="{23BC351F-CA7B-4115-B841-1E2FF2EAE64E}" dt="2026-05-10T20:14:53.376" v="594" actId="478"/>
          <ac:spMkLst>
            <pc:docMk/>
            <pc:sldMk cId="2008777281" sldId="292"/>
            <ac:spMk id="5" creationId="{4DDDE1FA-4161-D0DB-B3D6-48C7103C0E14}"/>
          </ac:spMkLst>
        </pc:spChg>
        <pc:spChg chg="mod">
          <ac:chgData name="Antônio vicente da Cruz" userId="a005248133279091" providerId="LiveId" clId="{23BC351F-CA7B-4115-B841-1E2FF2EAE64E}" dt="2026-05-10T20:15:08.364" v="595" actId="1076"/>
          <ac:spMkLst>
            <pc:docMk/>
            <pc:sldMk cId="2008777281" sldId="292"/>
            <ac:spMk id="6" creationId="{ED684FFD-A01C-B76B-FFE8-75B27B1B1D53}"/>
          </ac:spMkLst>
        </pc:spChg>
        <pc:picChg chg="add del">
          <ac:chgData name="Antônio vicente da Cruz" userId="a005248133279091" providerId="LiveId" clId="{23BC351F-CA7B-4115-B841-1E2FF2EAE64E}" dt="2026-05-10T20:13:25.149" v="586" actId="478"/>
          <ac:picMkLst>
            <pc:docMk/>
            <pc:sldMk cId="2008777281" sldId="292"/>
            <ac:picMk id="3" creationId="{F9112AD3-D2CC-5A33-BCFE-F6071516FC62}"/>
          </ac:picMkLst>
        </pc:picChg>
        <pc:picChg chg="del">
          <ac:chgData name="Antônio vicente da Cruz" userId="a005248133279091" providerId="LiveId" clId="{23BC351F-CA7B-4115-B841-1E2FF2EAE64E}" dt="2026-05-10T20:13:21.751" v="584" actId="478"/>
          <ac:picMkLst>
            <pc:docMk/>
            <pc:sldMk cId="2008777281" sldId="292"/>
            <ac:picMk id="7" creationId="{BE7C9317-DF08-C79C-D743-9C821A51BDFC}"/>
          </ac:picMkLst>
        </pc:picChg>
        <pc:picChg chg="add mod ord">
          <ac:chgData name="Antônio vicente da Cruz" userId="a005248133279091" providerId="LiveId" clId="{23BC351F-CA7B-4115-B841-1E2FF2EAE64E}" dt="2026-05-10T20:13:37.175" v="590" actId="170"/>
          <ac:picMkLst>
            <pc:docMk/>
            <pc:sldMk cId="2008777281" sldId="292"/>
            <ac:picMk id="9" creationId="{A8613125-0028-866B-6080-523F20CFC6D9}"/>
          </ac:picMkLst>
        </pc:picChg>
      </pc:sldChg>
      <pc:sldChg chg="addSp delSp modSp add mod ord">
        <pc:chgData name="Antônio vicente da Cruz" userId="a005248133279091" providerId="LiveId" clId="{23BC351F-CA7B-4115-B841-1E2FF2EAE64E}" dt="2026-05-10T20:16:59.932" v="612" actId="1076"/>
        <pc:sldMkLst>
          <pc:docMk/>
          <pc:sldMk cId="1181651793" sldId="293"/>
        </pc:sldMkLst>
        <pc:spChg chg="mod">
          <ac:chgData name="Antônio vicente da Cruz" userId="a005248133279091" providerId="LiveId" clId="{23BC351F-CA7B-4115-B841-1E2FF2EAE64E}" dt="2026-05-10T20:16:37.310" v="605" actId="20577"/>
          <ac:spMkLst>
            <pc:docMk/>
            <pc:sldMk cId="1181651793" sldId="293"/>
            <ac:spMk id="4" creationId="{D0FBFCB5-8603-8A7F-EE41-0DAFF60037A3}"/>
          </ac:spMkLst>
        </pc:spChg>
        <pc:spChg chg="mod">
          <ac:chgData name="Antônio vicente da Cruz" userId="a005248133279091" providerId="LiveId" clId="{23BC351F-CA7B-4115-B841-1E2FF2EAE64E}" dt="2026-05-10T20:16:57.079" v="611" actId="1076"/>
          <ac:spMkLst>
            <pc:docMk/>
            <pc:sldMk cId="1181651793" sldId="293"/>
            <ac:spMk id="5" creationId="{8985750D-9154-817F-4750-3D598FF332A2}"/>
          </ac:spMkLst>
        </pc:spChg>
        <pc:spChg chg="mod">
          <ac:chgData name="Antônio vicente da Cruz" userId="a005248133279091" providerId="LiveId" clId="{23BC351F-CA7B-4115-B841-1E2FF2EAE64E}" dt="2026-05-10T20:16:59.932" v="612" actId="1076"/>
          <ac:spMkLst>
            <pc:docMk/>
            <pc:sldMk cId="1181651793" sldId="293"/>
            <ac:spMk id="6" creationId="{42641863-2BC9-8742-8781-6CD899B06385}"/>
          </ac:spMkLst>
        </pc:spChg>
        <pc:picChg chg="add mod ord">
          <ac:chgData name="Antônio vicente da Cruz" userId="a005248133279091" providerId="LiveId" clId="{23BC351F-CA7B-4115-B841-1E2FF2EAE64E}" dt="2026-05-10T20:16:51.607" v="610" actId="170"/>
          <ac:picMkLst>
            <pc:docMk/>
            <pc:sldMk cId="1181651793" sldId="293"/>
            <ac:picMk id="3" creationId="{12CD35ED-7761-0AC3-7F03-8BC22E4CF25C}"/>
          </ac:picMkLst>
        </pc:picChg>
        <pc:picChg chg="del">
          <ac:chgData name="Antônio vicente da Cruz" userId="a005248133279091" providerId="LiveId" clId="{23BC351F-CA7B-4115-B841-1E2FF2EAE64E}" dt="2026-05-10T20:16:41.191" v="606" actId="478"/>
          <ac:picMkLst>
            <pc:docMk/>
            <pc:sldMk cId="1181651793" sldId="293"/>
            <ac:picMk id="7" creationId="{E14CB649-CA92-15D3-E7CF-0B5339B7D2BD}"/>
          </ac:picMkLst>
        </pc:picChg>
      </pc:sldChg>
      <pc:sldChg chg="addSp delSp modSp add mod">
        <pc:chgData name="Antônio vicente da Cruz" userId="a005248133279091" providerId="LiveId" clId="{23BC351F-CA7B-4115-B841-1E2FF2EAE64E}" dt="2026-05-10T20:20:52.314" v="641" actId="1076"/>
        <pc:sldMkLst>
          <pc:docMk/>
          <pc:sldMk cId="1645968229" sldId="294"/>
        </pc:sldMkLst>
        <pc:spChg chg="mod">
          <ac:chgData name="Antônio vicente da Cruz" userId="a005248133279091" providerId="LiveId" clId="{23BC351F-CA7B-4115-B841-1E2FF2EAE64E}" dt="2026-05-10T20:20:21.356" v="632" actId="6549"/>
          <ac:spMkLst>
            <pc:docMk/>
            <pc:sldMk cId="1645968229" sldId="294"/>
            <ac:spMk id="4" creationId="{68AAC449-BBA7-992E-9E9D-4B52C260806D}"/>
          </ac:spMkLst>
        </pc:spChg>
        <pc:spChg chg="mod">
          <ac:chgData name="Antônio vicente da Cruz" userId="a005248133279091" providerId="LiveId" clId="{23BC351F-CA7B-4115-B841-1E2FF2EAE64E}" dt="2026-05-10T20:19:04.504" v="624" actId="14100"/>
          <ac:spMkLst>
            <pc:docMk/>
            <pc:sldMk cId="1645968229" sldId="294"/>
            <ac:spMk id="5" creationId="{B82BEC68-F8AB-2B50-5EE9-6046E69AAE2F}"/>
          </ac:spMkLst>
        </pc:spChg>
        <pc:spChg chg="del mod">
          <ac:chgData name="Antônio vicente da Cruz" userId="a005248133279091" providerId="LiveId" clId="{23BC351F-CA7B-4115-B841-1E2FF2EAE64E}" dt="2026-05-10T20:19:39.171" v="626" actId="478"/>
          <ac:spMkLst>
            <pc:docMk/>
            <pc:sldMk cId="1645968229" sldId="294"/>
            <ac:spMk id="6" creationId="{6B1F3736-DC09-D988-37A5-A5E66C00DBA5}"/>
          </ac:spMkLst>
        </pc:spChg>
        <pc:spChg chg="add mod">
          <ac:chgData name="Antônio vicente da Cruz" userId="a005248133279091" providerId="LiveId" clId="{23BC351F-CA7B-4115-B841-1E2FF2EAE64E}" dt="2026-05-10T20:20:52.314" v="641" actId="1076"/>
          <ac:spMkLst>
            <pc:docMk/>
            <pc:sldMk cId="1645968229" sldId="294"/>
            <ac:spMk id="10" creationId="{17CD3AC4-9BDE-6F42-C405-B03D50D9195C}"/>
          </ac:spMkLst>
        </pc:spChg>
        <pc:picChg chg="del">
          <ac:chgData name="Antônio vicente da Cruz" userId="a005248133279091" providerId="LiveId" clId="{23BC351F-CA7B-4115-B841-1E2FF2EAE64E}" dt="2026-05-10T20:18:45.283" v="618" actId="478"/>
          <ac:picMkLst>
            <pc:docMk/>
            <pc:sldMk cId="1645968229" sldId="294"/>
            <ac:picMk id="3" creationId="{DF7040EB-BEF7-3BCA-60AF-494414507FCC}"/>
          </ac:picMkLst>
        </pc:picChg>
        <pc:picChg chg="add del mod ord">
          <ac:chgData name="Antônio vicente da Cruz" userId="a005248133279091" providerId="LiveId" clId="{23BC351F-CA7B-4115-B841-1E2FF2EAE64E}" dt="2026-05-10T20:19:39.171" v="626" actId="478"/>
          <ac:picMkLst>
            <pc:docMk/>
            <pc:sldMk cId="1645968229" sldId="294"/>
            <ac:picMk id="7" creationId="{3415B175-3F8F-FC6F-3106-CA45C66C5B1C}"/>
          </ac:picMkLst>
        </pc:picChg>
        <pc:picChg chg="add mod ord">
          <ac:chgData name="Antônio vicente da Cruz" userId="a005248133279091" providerId="LiveId" clId="{23BC351F-CA7B-4115-B841-1E2FF2EAE64E}" dt="2026-05-10T20:19:53.219" v="630" actId="170"/>
          <ac:picMkLst>
            <pc:docMk/>
            <pc:sldMk cId="1645968229" sldId="294"/>
            <ac:picMk id="9" creationId="{E70EC2E9-A489-B2C2-AE9C-F2E4DAE5354A}"/>
          </ac:picMkLst>
        </pc:picChg>
      </pc:sldChg>
      <pc:sldChg chg="addSp delSp modSp add mod">
        <pc:chgData name="Antônio vicente da Cruz" userId="a005248133279091" providerId="LiveId" clId="{23BC351F-CA7B-4115-B841-1E2FF2EAE64E}" dt="2026-05-10T20:20:57.753" v="643" actId="1076"/>
        <pc:sldMkLst>
          <pc:docMk/>
          <pc:sldMk cId="3883803364" sldId="295"/>
        </pc:sldMkLst>
        <pc:spChg chg="mod">
          <ac:chgData name="Antônio vicente da Cruz" userId="a005248133279091" providerId="LiveId" clId="{23BC351F-CA7B-4115-B841-1E2FF2EAE64E}" dt="2026-05-10T20:20:25.971" v="633" actId="6549"/>
          <ac:spMkLst>
            <pc:docMk/>
            <pc:sldMk cId="3883803364" sldId="295"/>
            <ac:spMk id="4" creationId="{D77E6CAF-269C-EAC9-E7EA-51D978EFECE2}"/>
          </ac:spMkLst>
        </pc:spChg>
        <pc:spChg chg="mod">
          <ac:chgData name="Antônio vicente da Cruz" userId="a005248133279091" providerId="LiveId" clId="{23BC351F-CA7B-4115-B841-1E2FF2EAE64E}" dt="2026-05-10T20:20:43.385" v="639" actId="1076"/>
          <ac:spMkLst>
            <pc:docMk/>
            <pc:sldMk cId="3883803364" sldId="295"/>
            <ac:spMk id="5" creationId="{CA495B8E-BB99-17C3-22AF-B183A9A20777}"/>
          </ac:spMkLst>
        </pc:spChg>
        <pc:spChg chg="add mod">
          <ac:chgData name="Antônio vicente da Cruz" userId="a005248133279091" providerId="LiveId" clId="{23BC351F-CA7B-4115-B841-1E2FF2EAE64E}" dt="2026-05-10T20:20:57.753" v="643" actId="1076"/>
          <ac:spMkLst>
            <pc:docMk/>
            <pc:sldMk cId="3883803364" sldId="295"/>
            <ac:spMk id="6" creationId="{C4459FEA-4236-2843-4CB0-E58FD8673DE6}"/>
          </ac:spMkLst>
        </pc:spChg>
        <pc:picChg chg="add mod ord">
          <ac:chgData name="Antônio vicente da Cruz" userId="a005248133279091" providerId="LiveId" clId="{23BC351F-CA7B-4115-B841-1E2FF2EAE64E}" dt="2026-05-10T20:20:40.145" v="638" actId="170"/>
          <ac:picMkLst>
            <pc:docMk/>
            <pc:sldMk cId="3883803364" sldId="295"/>
            <ac:picMk id="3" creationId="{9BEEF165-259F-CBB4-BE21-85DF0BDD0D4F}"/>
          </ac:picMkLst>
        </pc:picChg>
        <pc:picChg chg="del">
          <ac:chgData name="Antônio vicente da Cruz" userId="a005248133279091" providerId="LiveId" clId="{23BC351F-CA7B-4115-B841-1E2FF2EAE64E}" dt="2026-05-10T20:20:28.277" v="634" actId="478"/>
          <ac:picMkLst>
            <pc:docMk/>
            <pc:sldMk cId="3883803364" sldId="295"/>
            <ac:picMk id="9" creationId="{D184DA54-901C-DCFA-CDAC-05A095969694}"/>
          </ac:picMkLst>
        </pc:picChg>
      </pc:sldChg>
      <pc:sldChg chg="modSp add mod">
        <pc:chgData name="Antônio vicente da Cruz" userId="a005248133279091" providerId="LiveId" clId="{23BC351F-CA7B-4115-B841-1E2FF2EAE64E}" dt="2026-05-10T20:27:10.624" v="656" actId="1076"/>
        <pc:sldMkLst>
          <pc:docMk/>
          <pc:sldMk cId="3471959975" sldId="296"/>
        </pc:sldMkLst>
        <pc:spChg chg="mod">
          <ac:chgData name="Antônio vicente da Cruz" userId="a005248133279091" providerId="LiveId" clId="{23BC351F-CA7B-4115-B841-1E2FF2EAE64E}" dt="2026-05-10T20:26:57.047" v="651" actId="20577"/>
          <ac:spMkLst>
            <pc:docMk/>
            <pc:sldMk cId="3471959975" sldId="296"/>
            <ac:spMk id="4" creationId="{F5819704-E061-641E-DC5C-669CB01A89E0}"/>
          </ac:spMkLst>
        </pc:spChg>
        <pc:spChg chg="mod">
          <ac:chgData name="Antônio vicente da Cruz" userId="a005248133279091" providerId="LiveId" clId="{23BC351F-CA7B-4115-B841-1E2FF2EAE64E}" dt="2026-05-10T20:27:10.624" v="656" actId="1076"/>
          <ac:spMkLst>
            <pc:docMk/>
            <pc:sldMk cId="3471959975" sldId="296"/>
            <ac:spMk id="5" creationId="{9109F9AD-3F58-13F7-BE3D-E995F8C0E4EE}"/>
          </ac:spMkLst>
        </pc:spChg>
        <pc:spChg chg="mod">
          <ac:chgData name="Antônio vicente da Cruz" userId="a005248133279091" providerId="LiveId" clId="{23BC351F-CA7B-4115-B841-1E2FF2EAE64E}" dt="2026-05-10T20:27:03.498" v="652" actId="1076"/>
          <ac:spMkLst>
            <pc:docMk/>
            <pc:sldMk cId="3471959975" sldId="296"/>
            <ac:spMk id="6" creationId="{6C918203-2ABA-04B9-6D22-D83C622195C3}"/>
          </ac:spMkLst>
        </pc:spChg>
      </pc:sldChg>
      <pc:sldChg chg="addSp delSp modSp add mod">
        <pc:chgData name="Antônio vicente da Cruz" userId="a005248133279091" providerId="LiveId" clId="{23BC351F-CA7B-4115-B841-1E2FF2EAE64E}" dt="2026-05-10T20:30:19.487" v="674" actId="1076"/>
        <pc:sldMkLst>
          <pc:docMk/>
          <pc:sldMk cId="3792993564" sldId="297"/>
        </pc:sldMkLst>
        <pc:spChg chg="mod">
          <ac:chgData name="Antônio vicente da Cruz" userId="a005248133279091" providerId="LiveId" clId="{23BC351F-CA7B-4115-B841-1E2FF2EAE64E}" dt="2026-05-10T20:30:04.700" v="669" actId="20577"/>
          <ac:spMkLst>
            <pc:docMk/>
            <pc:sldMk cId="3792993564" sldId="297"/>
            <ac:spMk id="4" creationId="{95A3267D-0199-1889-2CE4-8EEDF0CB57E9}"/>
          </ac:spMkLst>
        </pc:spChg>
        <pc:spChg chg="mod">
          <ac:chgData name="Antônio vicente da Cruz" userId="a005248133279091" providerId="LiveId" clId="{23BC351F-CA7B-4115-B841-1E2FF2EAE64E}" dt="2026-05-10T20:30:17.041" v="673" actId="14100"/>
          <ac:spMkLst>
            <pc:docMk/>
            <pc:sldMk cId="3792993564" sldId="297"/>
            <ac:spMk id="5" creationId="{EC9A3992-000D-ED90-C097-F368108A676B}"/>
          </ac:spMkLst>
        </pc:spChg>
        <pc:spChg chg="mod">
          <ac:chgData name="Antônio vicente da Cruz" userId="a005248133279091" providerId="LiveId" clId="{23BC351F-CA7B-4115-B841-1E2FF2EAE64E}" dt="2026-05-10T20:30:19.487" v="674" actId="1076"/>
          <ac:spMkLst>
            <pc:docMk/>
            <pc:sldMk cId="3792993564" sldId="297"/>
            <ac:spMk id="6" creationId="{BA9D42DB-8818-B0D3-7A8A-EF3894590523}"/>
          </ac:spMkLst>
        </pc:spChg>
        <pc:spChg chg="add del">
          <ac:chgData name="Antônio vicente da Cruz" userId="a005248133279091" providerId="LiveId" clId="{23BC351F-CA7B-4115-B841-1E2FF2EAE64E}" dt="2026-05-10T20:28:31.468" v="660" actId="22"/>
          <ac:spMkLst>
            <pc:docMk/>
            <pc:sldMk cId="3792993564" sldId="297"/>
            <ac:spMk id="7" creationId="{D87926EA-A52F-9A86-1A80-90895AC1BFDE}"/>
          </ac:spMkLst>
        </pc:spChg>
        <pc:picChg chg="del">
          <ac:chgData name="Antônio vicente da Cruz" userId="a005248133279091" providerId="LiveId" clId="{23BC351F-CA7B-4115-B841-1E2FF2EAE64E}" dt="2026-05-10T20:28:30.196" v="658" actId="478"/>
          <ac:picMkLst>
            <pc:docMk/>
            <pc:sldMk cId="3792993564" sldId="297"/>
            <ac:picMk id="3" creationId="{592B3751-3CD3-0BA3-133E-DF7D6AA592AD}"/>
          </ac:picMkLst>
        </pc:picChg>
        <pc:picChg chg="add mod ord">
          <ac:chgData name="Antônio vicente da Cruz" userId="a005248133279091" providerId="LiveId" clId="{23BC351F-CA7B-4115-B841-1E2FF2EAE64E}" dt="2026-05-10T20:30:11.114" v="671" actId="1076"/>
          <ac:picMkLst>
            <pc:docMk/>
            <pc:sldMk cId="3792993564" sldId="297"/>
            <ac:picMk id="9" creationId="{76184C3F-C5D0-82AC-D7BE-E4E95756CA03}"/>
          </ac:picMkLst>
        </pc:picChg>
      </pc:sldChg>
      <pc:sldChg chg="addSp delSp modSp add mod">
        <pc:chgData name="Antônio vicente da Cruz" userId="a005248133279091" providerId="LiveId" clId="{23BC351F-CA7B-4115-B841-1E2FF2EAE64E}" dt="2026-05-10T20:31:05.438" v="682"/>
        <pc:sldMkLst>
          <pc:docMk/>
          <pc:sldMk cId="304481147" sldId="298"/>
        </pc:sldMkLst>
        <pc:spChg chg="mod">
          <ac:chgData name="Antônio vicente da Cruz" userId="a005248133279091" providerId="LiveId" clId="{23BC351F-CA7B-4115-B841-1E2FF2EAE64E}" dt="2026-05-10T20:30:01.561" v="668" actId="20577"/>
          <ac:spMkLst>
            <pc:docMk/>
            <pc:sldMk cId="304481147" sldId="298"/>
            <ac:spMk id="4" creationId="{2F483EDD-D23D-29CC-D840-1ABED41215C6}"/>
          </ac:spMkLst>
        </pc:spChg>
        <pc:spChg chg="del">
          <ac:chgData name="Antônio vicente da Cruz" userId="a005248133279091" providerId="LiveId" clId="{23BC351F-CA7B-4115-B841-1E2FF2EAE64E}" dt="2026-05-10T20:30:55.113" v="680" actId="478"/>
          <ac:spMkLst>
            <pc:docMk/>
            <pc:sldMk cId="304481147" sldId="298"/>
            <ac:spMk id="5" creationId="{C1ED216B-F543-D2F5-BF3A-E7A109D14B47}"/>
          </ac:spMkLst>
        </pc:spChg>
        <pc:spChg chg="del">
          <ac:chgData name="Antônio vicente da Cruz" userId="a005248133279091" providerId="LiveId" clId="{23BC351F-CA7B-4115-B841-1E2FF2EAE64E}" dt="2026-05-10T20:30:56.063" v="681" actId="478"/>
          <ac:spMkLst>
            <pc:docMk/>
            <pc:sldMk cId="304481147" sldId="298"/>
            <ac:spMk id="6" creationId="{E5B4A3CF-83C0-B859-69D0-C97C1591F8DE}"/>
          </ac:spMkLst>
        </pc:spChg>
        <pc:spChg chg="add mod">
          <ac:chgData name="Antônio vicente da Cruz" userId="a005248133279091" providerId="LiveId" clId="{23BC351F-CA7B-4115-B841-1E2FF2EAE64E}" dt="2026-05-10T20:31:05.438" v="682"/>
          <ac:spMkLst>
            <pc:docMk/>
            <pc:sldMk cId="304481147" sldId="298"/>
            <ac:spMk id="7" creationId="{DD816F05-1D33-D77A-BE43-8C37CB389C96}"/>
          </ac:spMkLst>
        </pc:spChg>
        <pc:spChg chg="add mod">
          <ac:chgData name="Antônio vicente da Cruz" userId="a005248133279091" providerId="LiveId" clId="{23BC351F-CA7B-4115-B841-1E2FF2EAE64E}" dt="2026-05-10T20:31:05.438" v="682"/>
          <ac:spMkLst>
            <pc:docMk/>
            <pc:sldMk cId="304481147" sldId="298"/>
            <ac:spMk id="8" creationId="{BEAFF843-3763-988C-58B4-2FC21CCE2D6E}"/>
          </ac:spMkLst>
        </pc:spChg>
        <pc:picChg chg="add mod ord">
          <ac:chgData name="Antônio vicente da Cruz" userId="a005248133279091" providerId="LiveId" clId="{23BC351F-CA7B-4115-B841-1E2FF2EAE64E}" dt="2026-05-10T20:30:50.552" v="679" actId="170"/>
          <ac:picMkLst>
            <pc:docMk/>
            <pc:sldMk cId="304481147" sldId="298"/>
            <ac:picMk id="3" creationId="{8C0818E7-4000-6FDF-3C2B-77C2B521E54D}"/>
          </ac:picMkLst>
        </pc:picChg>
        <pc:picChg chg="del">
          <ac:chgData name="Antônio vicente da Cruz" userId="a005248133279091" providerId="LiveId" clId="{23BC351F-CA7B-4115-B841-1E2FF2EAE64E}" dt="2026-05-10T20:30:34.583" v="675" actId="478"/>
          <ac:picMkLst>
            <pc:docMk/>
            <pc:sldMk cId="304481147" sldId="298"/>
            <ac:picMk id="9" creationId="{42823058-B12D-F3AB-BF9D-7FFC96E22F2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11BA08-796C-A523-EFBD-6CC971F19C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F66FA5-B371-A60D-7CEF-AAB03B79F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47B76C-4831-81EA-6011-FE1414A81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8F29-7AA0-4AB6-97E1-7EAAA2EC149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B1CF54-EB56-3FFE-5AC8-2D1505838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049C27-E57A-F703-5061-36B16D0A7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A590E-A174-4793-BD70-7B94AAD58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1471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B558BF-447F-11E0-887D-7B0F1F233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7D2CB6-D0FB-67FC-40EA-9864FF753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11A2DE-B89F-CF97-62C0-A34E4E4E2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8F29-7AA0-4AB6-97E1-7EAAA2EC149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7DE4B2-FC99-FE77-B24E-205A75DF8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1355DB6-6CC2-0C3B-82DD-EF138520A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A590E-A174-4793-BD70-7B94AAD58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9550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FC341B-67E9-D2B4-27EA-F6BF71F7B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91DEB33-FBD3-0577-DC9B-E8C196417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DD0A39-EC61-ACF4-AF32-C60F8A193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8F29-7AA0-4AB6-97E1-7EAAA2EC149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AFD71B-537F-610D-18AD-1F04E3F85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57C10A-E4B0-FB7C-82BA-1A1F869A5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A590E-A174-4793-BD70-7B94AAD58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3790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B018E8-93FF-405A-B249-801E32F97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D4E374-D2FB-49E3-840A-23039C38B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C513E63-A958-A24A-F095-90A591EAEB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4601A3-B114-3AD9-AB6C-38BA8626C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8F29-7AA0-4AB6-97E1-7EAAA2EC149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F5C2017-8A51-F683-1D2D-0355CAE63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AD1C2D-3761-512A-CF70-290BDA9FD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A590E-A174-4793-BD70-7B94AAD58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3651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2AD766-AE7D-C0FC-F23C-D4B628195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05FCA1E-0BDE-9F57-2B2B-557377F9F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8DF4A08-C5DB-49E3-1DBB-652D2D3DBC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80350F0-B295-110E-8022-BAC1214C6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E9BC630-E0A6-D1BE-1398-7492923AD7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6AED43C-4BA0-23F3-E8A7-9FD87F73A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8F29-7AA0-4AB6-97E1-7EAAA2EC149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0766E3D-9275-9341-6536-1A718ACCB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33A97A7-66C5-9F11-C364-CF96F91E3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A590E-A174-4793-BD70-7B94AAD58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9655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62D6EF-49A1-4ED1-E57F-C445D1FA1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EC5E872-4FBC-C3C2-F6A4-66C276CD5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8F29-7AA0-4AB6-97E1-7EAAA2EC149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368230F-6316-C8F1-BD39-C2CBD6C5A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2F3CD82-4CDD-E78A-384E-502D6217C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A590E-A174-4793-BD70-7B94AAD58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8882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D2D8C45-6489-48F2-C500-1214A9E0E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8F29-7AA0-4AB6-97E1-7EAAA2EC149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5FFCAFF-16F0-30D4-191E-3739ADFA7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47ECCD8-03F5-3F90-6F34-18BB65E37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A590E-A174-4793-BD70-7B94AAD58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3675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B5FECE-0A7F-F8D7-800A-3299CBF68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DE6082-59AF-AC8B-7C9E-B2877DD68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758F862-7148-A28C-E0E5-0BB70671E5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4F353D-4F73-B55A-CC25-5D9D6E673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8F29-7AA0-4AB6-97E1-7EAAA2EC149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65B0FF2-049A-2C1D-7227-5DCD7D655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4A4B701-5B31-6667-59AF-6F521772B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A590E-A174-4793-BD70-7B94AAD58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5834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2EAF8D-C568-10A8-3BD7-A3B0DB3E6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04C276C-F686-92CB-70F4-F5121E0FFA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D727388-AC52-05B5-FD7E-E491A49310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B4BD076-7F01-2F6F-E983-23BC4DDED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8F29-7AA0-4AB6-97E1-7EAAA2EC149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EEEEC2A-4335-3047-FC19-B6613DD69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0C8DE3B-F49E-5631-E73B-6A73722BD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A590E-A174-4793-BD70-7B94AAD58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4653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44AD64-1E4B-51AD-D59A-7EA9F415A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37806E0-239A-A71D-6C66-1D7BF14BFB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307DE1-BB46-1030-0852-08A891A65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8F29-7AA0-4AB6-97E1-7EAAA2EC149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2E48E0-EF2C-E56E-68F8-99947DA1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37B9B5-4730-09F3-F3B0-1E52F1D36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A590E-A174-4793-BD70-7B94AAD58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1878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6ECABC7-D5FD-8DF6-2752-BBBFB528D1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75808A9-0C39-A3F1-D3DD-4E9D9CFC23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6E99E5-9548-F30C-9756-4BB61FB04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8F29-7AA0-4AB6-97E1-7EAAA2EC149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AD45A2C-66EC-2E5E-C8CF-FA006D846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A88BC96-56BE-860D-7AA9-A393B93D9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A590E-A174-4793-BD70-7B94AAD58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1377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55B58F6-0914-D87E-9326-E1CB0BF55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7F54572-2A7D-B8BD-E5AE-26810BEAF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BEB696-E97A-9D55-7F98-6D43D6E70F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4E8F29-7AA0-4AB6-97E1-7EAAA2EC149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C6B0FD-7266-03B0-35F4-3936ECF706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07EB2A-CDBD-85E1-DACB-3697510FAC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CA590E-A174-4793-BD70-7B94AAD58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091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612247-EB55-8AC3-98E2-0913A24D5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BBC28B9A-5EC6-2185-0DBF-28F8C8421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3459291-01B0-7352-95E8-DC93B0F90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DED5B528-8D7F-E8CF-E712-76813EEDA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628" y="1171575"/>
            <a:ext cx="7734300" cy="4514850"/>
          </a:xfrm>
        </p:spPr>
        <p:txBody>
          <a:bodyPr>
            <a:noAutofit/>
          </a:bodyPr>
          <a:lstStyle/>
          <a:p>
            <a:r>
              <a:rPr lang="pt-BR" sz="6600" b="1" dirty="0"/>
              <a:t>Tarefa 1 </a:t>
            </a:r>
            <a:br>
              <a:rPr lang="pt-BR" sz="6600" b="1" dirty="0"/>
            </a:br>
            <a:r>
              <a:rPr lang="pt-BR" sz="6600" b="1" dirty="0"/>
              <a:t>– </a:t>
            </a:r>
            <a:br>
              <a:rPr lang="pt-BR" sz="6600" b="1" dirty="0"/>
            </a:br>
            <a:r>
              <a:rPr lang="pt-BR" sz="6600" dirty="0"/>
              <a:t>Cadastro e entrada no sistema</a:t>
            </a:r>
            <a:br>
              <a:rPr lang="pt-BR" sz="6600" b="1" dirty="0"/>
            </a:b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652682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Imagem 42">
            <a:extLst>
              <a:ext uri="{FF2B5EF4-FFF2-40B4-BE49-F238E27FC236}">
                <a16:creationId xmlns:a16="http://schemas.microsoft.com/office/drawing/2014/main" id="{8849EA45-763F-183D-D241-9D77CC0A1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358" y="0"/>
            <a:ext cx="7876840" cy="685800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1A2139D1-89D4-01A3-51DE-C4FFE084A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1 </a:t>
            </a:r>
            <a:r>
              <a:rPr lang="en-US" sz="2600" dirty="0">
                <a:solidFill>
                  <a:srgbClr val="FFFFFF"/>
                </a:solidFill>
              </a:rPr>
              <a:t>- Entre</a:t>
            </a:r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98ED7B47-7814-177F-22D5-4CB313E06524}"/>
              </a:ext>
            </a:extLst>
          </p:cNvPr>
          <p:cNvSpPr/>
          <p:nvPr/>
        </p:nvSpPr>
        <p:spPr>
          <a:xfrm>
            <a:off x="9354072" y="0"/>
            <a:ext cx="658761" cy="390525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38" name="Seta: para a Direita 37">
            <a:extLst>
              <a:ext uri="{FF2B5EF4-FFF2-40B4-BE49-F238E27FC236}">
                <a16:creationId xmlns:a16="http://schemas.microsoft.com/office/drawing/2014/main" id="{106B7A8A-D389-150C-7D9B-FF31AC71D927}"/>
              </a:ext>
            </a:extLst>
          </p:cNvPr>
          <p:cNvSpPr/>
          <p:nvPr/>
        </p:nvSpPr>
        <p:spPr>
          <a:xfrm>
            <a:off x="8325707" y="-10795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04364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E4A64E-7CB0-4B52-7CD8-7F64622F5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9CECD928-A50D-8085-6EBE-94AE5315F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E845111-65A4-69FD-B775-AF734EB80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7DC653A-F864-01B7-0C6C-C5E25C387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358" y="0"/>
            <a:ext cx="7876840" cy="685800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B0A60159-994B-AFBA-58B3-B44564FDB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1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en-US" sz="2600" dirty="0" err="1">
                <a:solidFill>
                  <a:srgbClr val="FFFFFF"/>
                </a:solidFill>
              </a:rPr>
              <a:t>Criar</a:t>
            </a:r>
            <a:r>
              <a:rPr lang="en-US" sz="2600" dirty="0">
                <a:solidFill>
                  <a:srgbClr val="FFFFFF"/>
                </a:solidFill>
              </a:rPr>
              <a:t> novo </a:t>
            </a:r>
            <a:r>
              <a:rPr lang="en-US" sz="2600" dirty="0" err="1">
                <a:solidFill>
                  <a:srgbClr val="FFFFFF"/>
                </a:solidFill>
              </a:rPr>
              <a:t>cadastro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B6EE9507-6D59-5881-BA94-870556984F4C}"/>
              </a:ext>
            </a:extLst>
          </p:cNvPr>
          <p:cNvSpPr/>
          <p:nvPr/>
        </p:nvSpPr>
        <p:spPr>
          <a:xfrm>
            <a:off x="5116498" y="3027680"/>
            <a:ext cx="3972560" cy="401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AD11B21F-672A-4836-B6FB-5AEA7C1E55BA}"/>
              </a:ext>
            </a:extLst>
          </p:cNvPr>
          <p:cNvSpPr/>
          <p:nvPr/>
        </p:nvSpPr>
        <p:spPr>
          <a:xfrm>
            <a:off x="3981450" y="3027680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8423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52C4EE-60F1-37E9-3FE8-5894BFC14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0A2CAA56-AB21-98D6-045E-4109B38B2A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E754D78-F4EA-89CF-BB84-9218733A7A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4DA28E17-195D-DE85-88C0-87BA0B12C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358" y="0"/>
            <a:ext cx="7876840" cy="685800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A8FAB71C-FB25-BF08-F88D-CDC65781A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1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pt-BR" sz="2600" dirty="0">
                <a:solidFill>
                  <a:srgbClr val="FFFFFF"/>
                </a:solidFill>
              </a:rPr>
              <a:t>Preencher nome, CPF, e-mail, telefone e senha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846EF443-0B2E-2859-0301-35D9489B5006}"/>
              </a:ext>
            </a:extLst>
          </p:cNvPr>
          <p:cNvSpPr/>
          <p:nvPr/>
        </p:nvSpPr>
        <p:spPr>
          <a:xfrm>
            <a:off x="4518631" y="1553868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CF73144F-9E33-006F-2528-5714CF494721}"/>
              </a:ext>
            </a:extLst>
          </p:cNvPr>
          <p:cNvSpPr/>
          <p:nvPr/>
        </p:nvSpPr>
        <p:spPr>
          <a:xfrm>
            <a:off x="4518631" y="2178912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C3896D26-EB46-EB24-39B6-31ECB9A348AC}"/>
              </a:ext>
            </a:extLst>
          </p:cNvPr>
          <p:cNvSpPr/>
          <p:nvPr/>
        </p:nvSpPr>
        <p:spPr>
          <a:xfrm>
            <a:off x="4518631" y="2803956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7425BB30-0390-1326-8254-9F2FE8835F23}"/>
              </a:ext>
            </a:extLst>
          </p:cNvPr>
          <p:cNvSpPr/>
          <p:nvPr/>
        </p:nvSpPr>
        <p:spPr>
          <a:xfrm>
            <a:off x="4503362" y="3429000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473AF33C-9FD8-5981-5EE0-2FD8D4933DB0}"/>
              </a:ext>
            </a:extLst>
          </p:cNvPr>
          <p:cNvSpPr/>
          <p:nvPr/>
        </p:nvSpPr>
        <p:spPr>
          <a:xfrm>
            <a:off x="4503362" y="4053001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00024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2D780B-F7DC-4BC4-37BB-60B0C1F52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3E188ABB-1E67-6E6C-65BB-DD6134AB9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5EAB75A-22BA-F1E8-F96B-F1D06FE37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5528477-A0E8-C3FB-9789-BE34B7C0A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362" y="0"/>
            <a:ext cx="7818832" cy="685800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0167DE53-303B-DA32-D0D3-4798DD06E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1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en-US" sz="2600" dirty="0" err="1">
                <a:solidFill>
                  <a:srgbClr val="FFFFFF"/>
                </a:solidFill>
              </a:rPr>
              <a:t>Resultado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esperado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3911D427-B611-C85A-1950-AAA3497A083A}"/>
              </a:ext>
            </a:extLst>
          </p:cNvPr>
          <p:cNvSpPr/>
          <p:nvPr/>
        </p:nvSpPr>
        <p:spPr>
          <a:xfrm>
            <a:off x="8991600" y="6438243"/>
            <a:ext cx="2020594" cy="401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68B0081F-8429-8CA2-82BC-DBE8D0AFE3F4}"/>
              </a:ext>
            </a:extLst>
          </p:cNvPr>
          <p:cNvSpPr/>
          <p:nvPr/>
        </p:nvSpPr>
        <p:spPr>
          <a:xfrm>
            <a:off x="8220075" y="6438243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6BBC6508-BCE7-879D-350C-A1A2409E081A}"/>
              </a:ext>
            </a:extLst>
          </p:cNvPr>
          <p:cNvSpPr/>
          <p:nvPr/>
        </p:nvSpPr>
        <p:spPr>
          <a:xfrm>
            <a:off x="8524875" y="18437"/>
            <a:ext cx="1000125" cy="2768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34A8FE50-C5FA-3BED-FAF0-B82F019D04EA}"/>
              </a:ext>
            </a:extLst>
          </p:cNvPr>
          <p:cNvSpPr/>
          <p:nvPr/>
        </p:nvSpPr>
        <p:spPr>
          <a:xfrm>
            <a:off x="7753350" y="18437"/>
            <a:ext cx="647700" cy="295275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1824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4BC616-1C07-506E-F2E7-689EE565C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636FCAED-5037-65DA-A325-828425CA4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D5668C2-87E0-0E5E-0E4F-D3BE651C5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72221D1F-1F58-0D98-487B-8C44DB0A5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628" y="1171575"/>
            <a:ext cx="7734300" cy="4514850"/>
          </a:xfrm>
        </p:spPr>
        <p:txBody>
          <a:bodyPr>
            <a:noAutofit/>
          </a:bodyPr>
          <a:lstStyle/>
          <a:p>
            <a:r>
              <a:rPr lang="pt-BR" sz="6600" b="1" dirty="0"/>
              <a:t>Tarefa 2 </a:t>
            </a:r>
            <a:br>
              <a:rPr lang="pt-BR" sz="6600" b="1" dirty="0"/>
            </a:br>
            <a:r>
              <a:rPr lang="pt-BR" sz="6600" b="1" dirty="0"/>
              <a:t>– </a:t>
            </a:r>
            <a:br>
              <a:rPr lang="pt-BR" sz="6600" b="1" dirty="0"/>
            </a:br>
            <a:r>
              <a:rPr lang="pt-BR" sz="66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Compra de produto do catálogo</a:t>
            </a:r>
            <a:br>
              <a:rPr lang="pt-BR" sz="6600" b="1" dirty="0"/>
            </a:b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531869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F0427A-7A4A-C1F9-A8FE-02E47C7A7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3BFC54C2-E463-CCE0-8CAD-300F0A90C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0626F55-B2B2-2CC1-DD96-6D62CCAAB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9705D01-05F6-CB64-E58B-8E971BDCF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358" y="0"/>
            <a:ext cx="7876840" cy="685800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BE313B9A-0766-7085-AA02-1735EEDCD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2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en-US" sz="2600" dirty="0" err="1">
                <a:solidFill>
                  <a:srgbClr val="FFFFFF"/>
                </a:solidFill>
              </a:rPr>
              <a:t>Catálogo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BE57CBF1-4EE7-438E-6EF6-47605AC5114F}"/>
              </a:ext>
            </a:extLst>
          </p:cNvPr>
          <p:cNvSpPr/>
          <p:nvPr/>
        </p:nvSpPr>
        <p:spPr>
          <a:xfrm>
            <a:off x="3981450" y="331492"/>
            <a:ext cx="640080" cy="401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CA9789D9-F35E-1321-91DC-191A4E41CC8E}"/>
              </a:ext>
            </a:extLst>
          </p:cNvPr>
          <p:cNvSpPr/>
          <p:nvPr/>
        </p:nvSpPr>
        <p:spPr>
          <a:xfrm>
            <a:off x="3164358" y="331492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433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5FA017-2473-DF16-7094-459BC0617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F60EE62D-E019-8F86-918D-A41946A7DB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16B508B-865E-344F-EFF6-8A53DDDED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358" y="0"/>
            <a:ext cx="7876840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D1189196-ABBA-F3BB-9A3F-13DC5D9D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6F875813-8A72-BB6C-3944-D4F2DE2EF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2 </a:t>
            </a:r>
            <a:r>
              <a:rPr lang="en-US" sz="2600" dirty="0">
                <a:solidFill>
                  <a:srgbClr val="FFFFFF"/>
                </a:solidFill>
              </a:rPr>
              <a:t>– Usar </a:t>
            </a:r>
            <a:r>
              <a:rPr lang="en-US" sz="2600" dirty="0" err="1">
                <a:solidFill>
                  <a:srgbClr val="FFFFFF"/>
                </a:solidFill>
              </a:rPr>
              <a:t>busca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ou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filtro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A1C547F6-B32D-EDE7-3CCE-76762E6D182E}"/>
              </a:ext>
            </a:extLst>
          </p:cNvPr>
          <p:cNvSpPr/>
          <p:nvPr/>
        </p:nvSpPr>
        <p:spPr>
          <a:xfrm>
            <a:off x="8963025" y="1349397"/>
            <a:ext cx="1924050" cy="401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D3982667-4E8A-00E0-2E4D-CE30E2E5211F}"/>
              </a:ext>
            </a:extLst>
          </p:cNvPr>
          <p:cNvSpPr/>
          <p:nvPr/>
        </p:nvSpPr>
        <p:spPr>
          <a:xfrm>
            <a:off x="8233381" y="1349397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3666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4E5256-A19A-F72B-5D88-318377297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C4896DB1-4095-303E-F171-0B56E35DAF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5A2FAAEE-5892-2B17-D6C7-EBCED4D3A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9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766FF392-7E47-ACF7-41E1-400AB0C420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637F4796-7CD6-1FFB-23EE-4EBEEACED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2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en-US" sz="2600" dirty="0" err="1">
                <a:solidFill>
                  <a:srgbClr val="FFFFFF"/>
                </a:solidFill>
              </a:rPr>
              <a:t>Detalhes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ou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Adicionar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B54CAF36-ED01-242C-BA76-D87C7DB2818A}"/>
              </a:ext>
            </a:extLst>
          </p:cNvPr>
          <p:cNvSpPr/>
          <p:nvPr/>
        </p:nvSpPr>
        <p:spPr>
          <a:xfrm>
            <a:off x="3590925" y="4410074"/>
            <a:ext cx="1895475" cy="3735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76BD87CC-8737-1F6D-BD2B-D4ED5543ACED}"/>
              </a:ext>
            </a:extLst>
          </p:cNvPr>
          <p:cNvSpPr/>
          <p:nvPr/>
        </p:nvSpPr>
        <p:spPr>
          <a:xfrm>
            <a:off x="2841363" y="4410074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8304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C4E1C9-FCE9-76C8-7FFE-EF8E6FA16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6EDA4CFE-A9B6-29BE-1703-47334B76C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34976F47-5C83-56C6-5DE6-B850AE614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9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53E50534-C27D-5181-EC91-5AFCC95B7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B2D610-77E3-15E8-F96E-2576B1FE4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2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en-US" sz="2600" dirty="0" err="1">
                <a:solidFill>
                  <a:srgbClr val="FFFFFF"/>
                </a:solidFill>
              </a:rPr>
              <a:t>Carrinho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7E7BC44F-25C3-0066-EFE8-A293AEB8DA25}"/>
              </a:ext>
            </a:extLst>
          </p:cNvPr>
          <p:cNvSpPr/>
          <p:nvPr/>
        </p:nvSpPr>
        <p:spPr>
          <a:xfrm>
            <a:off x="10191750" y="0"/>
            <a:ext cx="847725" cy="3735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5F05DBE0-A8E8-86B0-E507-5CAA0FFCDD15}"/>
              </a:ext>
            </a:extLst>
          </p:cNvPr>
          <p:cNvSpPr/>
          <p:nvPr/>
        </p:nvSpPr>
        <p:spPr>
          <a:xfrm>
            <a:off x="9432663" y="-13879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64406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F0B444-2554-D4B7-A8C5-9D1A008CF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9E2041FB-3C65-884B-CC7D-EAFE5ADE3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079DF08-D985-2BBD-B79C-C53E1418B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943B09EA-7FE0-69C8-CAF9-A3685A37B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3368A443-AFA1-5730-79F2-1CB205FAC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2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pt-BR" sz="2600" dirty="0">
                <a:solidFill>
                  <a:srgbClr val="FFFFFF"/>
                </a:solidFill>
              </a:rPr>
              <a:t>alterar quantidade ou remover item se necessário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5C19DED6-CDCE-6CE2-A473-6E436B66E3F6}"/>
              </a:ext>
            </a:extLst>
          </p:cNvPr>
          <p:cNvSpPr/>
          <p:nvPr/>
        </p:nvSpPr>
        <p:spPr>
          <a:xfrm>
            <a:off x="6804025" y="2109379"/>
            <a:ext cx="1473200" cy="3735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22078EDF-5186-E9C2-0F3A-DE619D0FE599}"/>
              </a:ext>
            </a:extLst>
          </p:cNvPr>
          <p:cNvSpPr/>
          <p:nvPr/>
        </p:nvSpPr>
        <p:spPr>
          <a:xfrm>
            <a:off x="6096000" y="2109379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68651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F8F12B-15DD-A639-167F-713A201CB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D7BF76D9-180D-094C-3D2D-94BEA593E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96716AB-A093-913E-86C2-D8CE36D63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290507A9-5BCE-5D66-3438-E0E79C8E7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D3FCA83-9724-3C8C-D2BB-9565F7164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2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pt-BR" sz="2600" dirty="0">
                <a:solidFill>
                  <a:srgbClr val="FFFFFF"/>
                </a:solidFill>
              </a:rPr>
              <a:t>Avançar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D3C90116-77F9-4BB9-EC8D-D67FBA730921}"/>
              </a:ext>
            </a:extLst>
          </p:cNvPr>
          <p:cNvSpPr/>
          <p:nvPr/>
        </p:nvSpPr>
        <p:spPr>
          <a:xfrm>
            <a:off x="8391524" y="2728504"/>
            <a:ext cx="2390775" cy="3735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C62A9E62-2F8B-844D-0CD8-76350C8D8FF9}"/>
              </a:ext>
            </a:extLst>
          </p:cNvPr>
          <p:cNvSpPr/>
          <p:nvPr/>
        </p:nvSpPr>
        <p:spPr>
          <a:xfrm>
            <a:off x="7462781" y="2700747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11000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F750D5-3B6F-0614-83B2-59A562B8E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46E70CC2-940A-8B8E-D67E-02A032927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EE55E901-AB70-B268-2D0B-884AC1C54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48C13D78-BC25-7FCD-F5EA-8B1D8E27FF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C1735FB-B8F6-26E6-62F5-D32A5B85F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2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en-US" sz="2600" dirty="0" err="1">
                <a:solidFill>
                  <a:srgbClr val="FFFFFF"/>
                </a:solidFill>
              </a:rPr>
              <a:t>Resultado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esperado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5DF72214-6912-6C25-D376-D29C5247CAB0}"/>
              </a:ext>
            </a:extLst>
          </p:cNvPr>
          <p:cNvSpPr/>
          <p:nvPr/>
        </p:nvSpPr>
        <p:spPr>
          <a:xfrm>
            <a:off x="4946650" y="890179"/>
            <a:ext cx="2520950" cy="3735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47D7979D-D0B5-6EC9-08E8-62CAD40EF1CB}"/>
              </a:ext>
            </a:extLst>
          </p:cNvPr>
          <p:cNvSpPr/>
          <p:nvPr/>
        </p:nvSpPr>
        <p:spPr>
          <a:xfrm>
            <a:off x="4152900" y="862422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8555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69A322-EAE0-049F-960F-8B9D71398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6A43ED66-3AC8-EBCA-C2DB-940947823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F56CD70-280A-A283-7F78-E3D25E0CCB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C89C44B3-9885-9309-6A87-0E0357DC8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628" y="1171575"/>
            <a:ext cx="7734300" cy="4514850"/>
          </a:xfrm>
        </p:spPr>
        <p:txBody>
          <a:bodyPr>
            <a:noAutofit/>
          </a:bodyPr>
          <a:lstStyle/>
          <a:p>
            <a:r>
              <a:rPr lang="pt-BR" sz="6600" b="1" dirty="0"/>
              <a:t>Tarefa 3 </a:t>
            </a:r>
            <a:br>
              <a:rPr lang="pt-BR" sz="6600" b="1" dirty="0"/>
            </a:br>
            <a:r>
              <a:rPr lang="pt-BR" sz="6600" b="1" dirty="0"/>
              <a:t>– </a:t>
            </a:r>
            <a:br>
              <a:rPr lang="pt-BR" sz="6600" b="1" dirty="0"/>
            </a:br>
            <a:r>
              <a:rPr lang="pt-BR" sz="66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Encomenda personalizada</a:t>
            </a:r>
            <a:br>
              <a:rPr lang="pt-BR" sz="6600" b="1" dirty="0"/>
            </a:b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739744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01F98E-2AF1-0EB2-1DF0-AC34F063F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B092F2FF-2239-C343-7027-3C57A056A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22B3A48-4388-F5DF-F154-022B12D77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5B36DC7-1B58-04D5-697F-921BFC438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358" y="0"/>
            <a:ext cx="7876840" cy="685800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3EBA9D0C-4B40-B439-07E6-9843BF4BD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3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en-US" sz="2600" dirty="0" err="1">
                <a:solidFill>
                  <a:srgbClr val="FFFFFF"/>
                </a:solidFill>
              </a:rPr>
              <a:t>Encomenda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F2719CED-0C2B-6F7C-86AD-8F898F71EE9F}"/>
              </a:ext>
            </a:extLst>
          </p:cNvPr>
          <p:cNvSpPr/>
          <p:nvPr/>
        </p:nvSpPr>
        <p:spPr>
          <a:xfrm>
            <a:off x="4642819" y="331492"/>
            <a:ext cx="640080" cy="401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9E7B00CD-B39D-0568-7AEA-54600C30E93F}"/>
              </a:ext>
            </a:extLst>
          </p:cNvPr>
          <p:cNvSpPr/>
          <p:nvPr/>
        </p:nvSpPr>
        <p:spPr>
          <a:xfrm>
            <a:off x="3921156" y="331492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5945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9B561E-0F2A-C058-405C-372465F33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4CB83B2F-9E52-475C-5DFF-66641C97E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9193A79-F240-2550-6B8B-434B081B6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31785428-DF8E-4ABD-4177-F31B62133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D97FEFF-BF9E-61B4-011A-C03E9B6DD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3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pt-BR" sz="2600" dirty="0">
                <a:solidFill>
                  <a:srgbClr val="FFFFFF"/>
                </a:solidFill>
              </a:rPr>
              <a:t> selecionar formato, tamanho, recheio e cobertura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6F23BD4A-FBF6-A12B-C6BE-2F0477483423}"/>
              </a:ext>
            </a:extLst>
          </p:cNvPr>
          <p:cNvSpPr/>
          <p:nvPr/>
        </p:nvSpPr>
        <p:spPr>
          <a:xfrm>
            <a:off x="4772025" y="1484017"/>
            <a:ext cx="358806" cy="259058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CCE50C35-7B2A-5D97-1669-991572AD6D8D}"/>
              </a:ext>
            </a:extLst>
          </p:cNvPr>
          <p:cNvSpPr/>
          <p:nvPr/>
        </p:nvSpPr>
        <p:spPr>
          <a:xfrm>
            <a:off x="4772025" y="2074363"/>
            <a:ext cx="358806" cy="259058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BB7B6E52-89BE-6238-5B3A-5265D38FA2E8}"/>
              </a:ext>
            </a:extLst>
          </p:cNvPr>
          <p:cNvSpPr/>
          <p:nvPr/>
        </p:nvSpPr>
        <p:spPr>
          <a:xfrm rot="10800000">
            <a:off x="9067800" y="1484017"/>
            <a:ext cx="358806" cy="259058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D4D011C2-1F3A-45F9-E2CB-610CC56624AC}"/>
              </a:ext>
            </a:extLst>
          </p:cNvPr>
          <p:cNvSpPr/>
          <p:nvPr/>
        </p:nvSpPr>
        <p:spPr>
          <a:xfrm rot="10800000">
            <a:off x="9067800" y="2074363"/>
            <a:ext cx="358806" cy="259058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2531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F46014-C6E4-B422-8747-1BA596277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61C33D07-CB73-A3C9-810E-951722F6A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D1672ACF-4B30-1709-4C65-ED97C324D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C22C3B6A-D327-CF24-4262-5491F9AC4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43BDC9D7-DAF8-2E07-8BD8-0FD8B7176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3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en-US" sz="2600" dirty="0" err="1">
                <a:solidFill>
                  <a:srgbClr val="FFFFFF"/>
                </a:solidFill>
              </a:rPr>
              <a:t>preencher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mensagem</a:t>
            </a:r>
            <a:r>
              <a:rPr lang="en-US" sz="2600" dirty="0">
                <a:solidFill>
                  <a:srgbClr val="FFFFFF"/>
                </a:solidFill>
              </a:rPr>
              <a:t>/</a:t>
            </a:r>
            <a:r>
              <a:rPr lang="en-US" sz="2600" dirty="0" err="1">
                <a:solidFill>
                  <a:srgbClr val="FFFFFF"/>
                </a:solidFill>
              </a:rPr>
              <a:t>observações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C3170791-F4E4-BECF-90E8-DD6D0242B311}"/>
              </a:ext>
            </a:extLst>
          </p:cNvPr>
          <p:cNvSpPr/>
          <p:nvPr/>
        </p:nvSpPr>
        <p:spPr>
          <a:xfrm>
            <a:off x="4521091" y="2569867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C297C2B8-6CBE-CFDE-ADC2-E437EF2AC7AD}"/>
              </a:ext>
            </a:extLst>
          </p:cNvPr>
          <p:cNvSpPr/>
          <p:nvPr/>
        </p:nvSpPr>
        <p:spPr>
          <a:xfrm>
            <a:off x="4521091" y="3228340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083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E2F456-5B06-8256-F823-CD92DE28A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6F9DB4BE-EAD1-DC8C-29F9-5D14A1241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050A7C0-BD6C-0EFC-A252-878A491F2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7E90B37B-D3A8-7DEC-8E80-4ADA0AF59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46E6A13-FD4E-9E2F-0B36-66861940A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3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en-US" sz="2600" dirty="0" err="1">
                <a:solidFill>
                  <a:srgbClr val="FFFFFF"/>
                </a:solidFill>
              </a:rPr>
              <a:t>adicionar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ao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carrinho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EB9EDA24-2FE7-98F0-9263-FC9DF51DC2D6}"/>
              </a:ext>
            </a:extLst>
          </p:cNvPr>
          <p:cNvSpPr/>
          <p:nvPr/>
        </p:nvSpPr>
        <p:spPr>
          <a:xfrm>
            <a:off x="6213634" y="4716963"/>
            <a:ext cx="2028507" cy="401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E98A60E0-F6DA-B060-2222-43DD692FE1E8}"/>
              </a:ext>
            </a:extLst>
          </p:cNvPr>
          <p:cNvSpPr/>
          <p:nvPr/>
        </p:nvSpPr>
        <p:spPr>
          <a:xfrm>
            <a:off x="4437276" y="4716963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771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AD8FA0-EF59-E90D-E79A-E7E8AD0D4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A19F620A-51C0-1A2D-27E9-0A1DDDBB4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A706831-0C64-8CCE-2976-0CFA7DAC7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84B5A040-2885-0990-F983-193059DBF3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D5FFE97E-4424-4291-79B0-F25919ADA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3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en-US" sz="2600" dirty="0" err="1">
                <a:solidFill>
                  <a:srgbClr val="FFFFFF"/>
                </a:solidFill>
              </a:rPr>
              <a:t>Avançar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53984A46-36E6-1672-9C39-EAFEDCC1809D}"/>
              </a:ext>
            </a:extLst>
          </p:cNvPr>
          <p:cNvSpPr/>
          <p:nvPr/>
        </p:nvSpPr>
        <p:spPr>
          <a:xfrm>
            <a:off x="8584911" y="2726238"/>
            <a:ext cx="2028507" cy="401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D5C8C324-E37D-155C-4742-0EAD78BB8267}"/>
              </a:ext>
            </a:extLst>
          </p:cNvPr>
          <p:cNvSpPr/>
          <p:nvPr/>
        </p:nvSpPr>
        <p:spPr>
          <a:xfrm>
            <a:off x="7487287" y="2726238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25373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107727-A4E0-9B98-9402-933579428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A0E3C52D-66CD-BF8F-D474-27ABCF806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8A56436-41CE-2820-FFB5-71E3D5AB6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404E7477-3FD9-2948-B374-7E402EB7F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6CAF9B1F-3A9E-CBFF-E2ED-63F4218A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3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en-US" sz="2600" dirty="0" err="1">
                <a:solidFill>
                  <a:srgbClr val="FFFFFF"/>
                </a:solidFill>
              </a:rPr>
              <a:t>Avançar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BE0603EA-4FD0-7D62-0D2C-E837BB5DDAC1}"/>
              </a:ext>
            </a:extLst>
          </p:cNvPr>
          <p:cNvSpPr/>
          <p:nvPr/>
        </p:nvSpPr>
        <p:spPr>
          <a:xfrm>
            <a:off x="8584911" y="2726238"/>
            <a:ext cx="2028507" cy="401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F131F267-362A-8949-F630-CCC32EA64276}"/>
              </a:ext>
            </a:extLst>
          </p:cNvPr>
          <p:cNvSpPr/>
          <p:nvPr/>
        </p:nvSpPr>
        <p:spPr>
          <a:xfrm>
            <a:off x="7487287" y="2726238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2512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73DF1E-ADB1-8A94-F052-D6F619E3C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31B9DF61-EF04-2652-3E0D-55D18ACE6C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599A1C7-1CE1-0021-603F-6E65F28C6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ABEB07F0-5691-9609-F2DF-11745E278E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EA775CD0-30A6-E64E-0694-FC5218234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3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en-US" sz="2600" dirty="0" err="1">
                <a:solidFill>
                  <a:srgbClr val="FFFFFF"/>
                </a:solidFill>
              </a:rPr>
              <a:t>entrega</a:t>
            </a:r>
            <a:r>
              <a:rPr lang="en-US" sz="2600" dirty="0">
                <a:solidFill>
                  <a:srgbClr val="FFFFFF"/>
                </a:solidFill>
              </a:rPr>
              <a:t>/ </a:t>
            </a:r>
            <a:r>
              <a:rPr lang="en-US" sz="2600" dirty="0" err="1">
                <a:solidFill>
                  <a:srgbClr val="FFFFFF"/>
                </a:solidFill>
              </a:rPr>
              <a:t>retirada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63CA9C19-BE31-18D3-6B3A-A8E21A48E5A8}"/>
              </a:ext>
            </a:extLst>
          </p:cNvPr>
          <p:cNvSpPr/>
          <p:nvPr/>
        </p:nvSpPr>
        <p:spPr>
          <a:xfrm>
            <a:off x="3286125" y="1409700"/>
            <a:ext cx="1771649" cy="1838325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47497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6B013E-EF8D-5EFC-52BE-99FE3508F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59C9ED3D-6572-F22D-7316-C7F37CCE12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572940B-515F-F510-E809-C11489937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95808C1A-4687-CB1F-7E0D-DD88B399B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88CED46-AD7F-4D1B-C86B-155273B49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3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en-US" sz="2600" dirty="0" err="1">
                <a:solidFill>
                  <a:srgbClr val="FFFFFF"/>
                </a:solidFill>
              </a:rPr>
              <a:t>Continuar</a:t>
            </a:r>
            <a:r>
              <a:rPr lang="en-US" sz="2600" dirty="0">
                <a:solidFill>
                  <a:srgbClr val="FFFFFF"/>
                </a:solidFill>
              </a:rPr>
              <a:t> para </a:t>
            </a:r>
            <a:r>
              <a:rPr lang="en-US" sz="2600" dirty="0" err="1">
                <a:solidFill>
                  <a:srgbClr val="FFFFFF"/>
                </a:solidFill>
              </a:rPr>
              <a:t>pagamento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0194F10A-66AF-4E3F-2A2E-2BAECE3D2379}"/>
              </a:ext>
            </a:extLst>
          </p:cNvPr>
          <p:cNvSpPr/>
          <p:nvPr/>
        </p:nvSpPr>
        <p:spPr>
          <a:xfrm>
            <a:off x="6213634" y="3031038"/>
            <a:ext cx="2028507" cy="401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7CC3DE65-A5E6-4144-A0D0-35BAA7F01033}"/>
              </a:ext>
            </a:extLst>
          </p:cNvPr>
          <p:cNvSpPr/>
          <p:nvPr/>
        </p:nvSpPr>
        <p:spPr>
          <a:xfrm>
            <a:off x="4285945" y="3027680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97523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931CA8-5DD9-7881-5A6D-DAB5ED32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53FD067D-2748-4A1A-3213-ADF9A1001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98BAF23-491B-0858-3F4F-E3A8CB0EA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5C7C3056-FD08-1899-D82E-228AA79EC1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22A1AE2-B6EA-DB66-1CEF-6FA135F2C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3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en-US" sz="2600" dirty="0" err="1">
                <a:solidFill>
                  <a:srgbClr val="FFFFFF"/>
                </a:solidFill>
              </a:rPr>
              <a:t>Resultado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esperado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430EFEF1-9AE0-F4F0-17E3-E369EF2AB926}"/>
              </a:ext>
            </a:extLst>
          </p:cNvPr>
          <p:cNvSpPr/>
          <p:nvPr/>
        </p:nvSpPr>
        <p:spPr>
          <a:xfrm>
            <a:off x="5081746" y="849813"/>
            <a:ext cx="2405541" cy="401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72234585-BAD3-704D-0C62-9B84633A35F6}"/>
              </a:ext>
            </a:extLst>
          </p:cNvPr>
          <p:cNvSpPr/>
          <p:nvPr/>
        </p:nvSpPr>
        <p:spPr>
          <a:xfrm>
            <a:off x="4193568" y="849813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29429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4749CD-E4CA-8BB1-A6C1-ED75E3A93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F8067FD8-BD6E-7F45-2367-B3B9AC14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915F143-94EE-CB3C-8AC6-86ABF3B50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AD0EB8A8-8D52-DE7F-99D6-59BB3FD16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628" y="1171575"/>
            <a:ext cx="7734300" cy="4514850"/>
          </a:xfrm>
        </p:spPr>
        <p:txBody>
          <a:bodyPr>
            <a:noAutofit/>
          </a:bodyPr>
          <a:lstStyle/>
          <a:p>
            <a:r>
              <a:rPr lang="pt-BR" sz="6600" b="1" dirty="0"/>
              <a:t>Tarefa 4 </a:t>
            </a:r>
            <a:br>
              <a:rPr lang="pt-BR" sz="6600" b="1" dirty="0"/>
            </a:br>
            <a:r>
              <a:rPr lang="pt-BR" sz="6600" b="1" dirty="0"/>
              <a:t>– </a:t>
            </a:r>
            <a:br>
              <a:rPr lang="pt-BR" sz="6600" b="1" dirty="0"/>
            </a:br>
            <a:r>
              <a:rPr lang="pt-BR" sz="66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Pagamento e confirmação</a:t>
            </a:r>
            <a:br>
              <a:rPr lang="pt-BR" sz="6600" b="1" dirty="0"/>
            </a:b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1813913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531918-7202-FDF7-1699-FE67906BE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772B0135-83C4-FAD9-07DA-4293996FD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18FB03A-BBE0-510C-B57A-E9C1B5374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EBAC131B-6607-6161-55F2-EC6B556EDF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A666FE3-EED1-EAC4-0107-BFD7A8662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4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en-US" sz="2600" dirty="0" err="1">
                <a:solidFill>
                  <a:srgbClr val="FFFFFF"/>
                </a:solidFill>
              </a:rPr>
              <a:t>Pagamento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7E9EB02F-45FA-329C-D668-C22B9D26050F}"/>
              </a:ext>
            </a:extLst>
          </p:cNvPr>
          <p:cNvSpPr/>
          <p:nvPr/>
        </p:nvSpPr>
        <p:spPr>
          <a:xfrm>
            <a:off x="6213634" y="3031038"/>
            <a:ext cx="2028507" cy="401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39B9AD44-DFC5-5B4C-CFBD-70BAEA17D7E6}"/>
              </a:ext>
            </a:extLst>
          </p:cNvPr>
          <p:cNvSpPr/>
          <p:nvPr/>
        </p:nvSpPr>
        <p:spPr>
          <a:xfrm>
            <a:off x="4285945" y="3027680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74845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A8EFCA-8347-D4C2-9BC9-C8F16E0B8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FBA315A7-A0E7-9576-9F51-8C596E01D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BE88603-0674-3F63-C356-0A9649498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97009090-624D-431E-CF27-00D94B733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167895B-66EB-F8F6-145E-D53FC762F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4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pt-BR" sz="2600" dirty="0">
                <a:solidFill>
                  <a:srgbClr val="FFFFFF"/>
                </a:solidFill>
              </a:rPr>
              <a:t> escolher Pix, cartão de crédito ou dinheiro na retirada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2F27B04D-069B-7291-547E-E8EA222351A5}"/>
              </a:ext>
            </a:extLst>
          </p:cNvPr>
          <p:cNvSpPr/>
          <p:nvPr/>
        </p:nvSpPr>
        <p:spPr>
          <a:xfrm>
            <a:off x="5195476" y="1466850"/>
            <a:ext cx="3814604" cy="7143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310B4466-00D8-DADE-3D61-0B69EDAF861D}"/>
              </a:ext>
            </a:extLst>
          </p:cNvPr>
          <p:cNvSpPr/>
          <p:nvPr/>
        </p:nvSpPr>
        <p:spPr>
          <a:xfrm>
            <a:off x="4384068" y="1623377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480514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D7E218-77DB-F4C1-383B-ADB50980E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1368003E-3385-8F65-2B2B-F7A8344BF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FAB9053-989A-7CAD-3662-8D9D15DD7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F4625BD0-5E29-D0C2-BAFB-81A268D637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B3666F5-3B61-F56A-7716-23E49E6F9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4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pt-BR" sz="2600" dirty="0">
                <a:solidFill>
                  <a:srgbClr val="FFFFFF"/>
                </a:solidFill>
              </a:rPr>
              <a:t> Confirmar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D119E92A-50C1-3DC2-2589-E016CF5261D7}"/>
              </a:ext>
            </a:extLst>
          </p:cNvPr>
          <p:cNvSpPr/>
          <p:nvPr/>
        </p:nvSpPr>
        <p:spPr>
          <a:xfrm>
            <a:off x="6290566" y="2524125"/>
            <a:ext cx="1624424" cy="4762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558F259E-5E2B-4E97-54B8-DAFE19CFD392}"/>
              </a:ext>
            </a:extLst>
          </p:cNvPr>
          <p:cNvSpPr/>
          <p:nvPr/>
        </p:nvSpPr>
        <p:spPr>
          <a:xfrm>
            <a:off x="4642760" y="2524125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399384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F6A88C-5EDB-520C-019C-F9A028E73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022573CA-74C2-08DF-EFEE-604999212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D9FA7E3-1096-6D57-2B5C-5050F1B39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01A7F5B0-42E9-60A6-0FA2-F04A59371C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D1D8641-A91D-5BEA-6C70-4A94F8A23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4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en-US" sz="2600" dirty="0" err="1">
                <a:solidFill>
                  <a:srgbClr val="FFFFFF"/>
                </a:solidFill>
              </a:rPr>
              <a:t>Resultado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esperado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109006F8-FDC9-2408-D46D-0BA2918AEE52}"/>
              </a:ext>
            </a:extLst>
          </p:cNvPr>
          <p:cNvSpPr/>
          <p:nvPr/>
        </p:nvSpPr>
        <p:spPr>
          <a:xfrm>
            <a:off x="6698752" y="1313180"/>
            <a:ext cx="808052" cy="401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8C5D2CE6-AD8E-13B9-495D-8ECA7AE3B69E}"/>
              </a:ext>
            </a:extLst>
          </p:cNvPr>
          <p:cNvSpPr/>
          <p:nvPr/>
        </p:nvSpPr>
        <p:spPr>
          <a:xfrm>
            <a:off x="5905500" y="1313180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85125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D4AC39-F108-7F7B-9F6A-B3A38E673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6E47CE56-1DF5-2052-3F21-F4418A4CBF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1D74BB2-8663-F5A0-CB15-9E2A07322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D7313CE9-FA95-DE45-988A-6754C3996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628" y="1171575"/>
            <a:ext cx="7734300" cy="4514850"/>
          </a:xfrm>
        </p:spPr>
        <p:txBody>
          <a:bodyPr>
            <a:noAutofit/>
          </a:bodyPr>
          <a:lstStyle/>
          <a:p>
            <a:r>
              <a:rPr lang="pt-BR" sz="6600" b="1" dirty="0"/>
              <a:t>Tarefa 5 </a:t>
            </a:r>
            <a:br>
              <a:rPr lang="pt-BR" sz="6600" b="1" dirty="0"/>
            </a:br>
            <a:r>
              <a:rPr lang="pt-BR" sz="6600" b="1" dirty="0"/>
              <a:t>– </a:t>
            </a:r>
            <a:br>
              <a:rPr lang="pt-BR" sz="6600" b="1" dirty="0"/>
            </a:br>
            <a:r>
              <a:rPr lang="pt-BR" sz="66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Acompanhamento de status</a:t>
            </a:r>
            <a:br>
              <a:rPr lang="pt-BR" sz="6600" b="1" dirty="0"/>
            </a:b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0314659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D5CAFC-9B3D-806B-356C-8D62C7A7D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F9D6E730-1ADA-4CDA-4A59-CE52E9395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B4CBA05-F2BD-C1ED-F9B4-59FA2F251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675E950-A55F-D3EB-DC1A-4F34FB29E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358" y="0"/>
            <a:ext cx="7876840" cy="685800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67A15E60-E2D5-3907-9358-71FE26518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5 </a:t>
            </a:r>
            <a:r>
              <a:rPr lang="en-US" sz="2600" dirty="0">
                <a:solidFill>
                  <a:srgbClr val="FFFFFF"/>
                </a:solidFill>
              </a:rPr>
              <a:t>– Status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80CFDC43-154E-0A0F-2A27-C5538CAB9891}"/>
              </a:ext>
            </a:extLst>
          </p:cNvPr>
          <p:cNvSpPr/>
          <p:nvPr/>
        </p:nvSpPr>
        <p:spPr>
          <a:xfrm>
            <a:off x="5200650" y="331492"/>
            <a:ext cx="640080" cy="401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C38B5EC2-3501-B082-4A13-BB95B3CC1D5C}"/>
              </a:ext>
            </a:extLst>
          </p:cNvPr>
          <p:cNvSpPr/>
          <p:nvPr/>
        </p:nvSpPr>
        <p:spPr>
          <a:xfrm>
            <a:off x="4440708" y="331492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66089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4C3FE3-7612-50E7-AADA-F4BE764B6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92F3F453-1631-5FE2-6A34-30158CFCF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7B3250D-E8D8-117E-5925-4789F0438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E50F709A-C13B-F2D4-6551-AEFB90C84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4F5F1C05-F90E-C992-689D-A02A63F11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5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en-US" sz="2600" dirty="0" err="1">
                <a:solidFill>
                  <a:srgbClr val="FFFFFF"/>
                </a:solidFill>
              </a:rPr>
              <a:t>localizar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pedido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FC71142F-3A16-808E-3C12-430B0566C78C}"/>
              </a:ext>
            </a:extLst>
          </p:cNvPr>
          <p:cNvSpPr/>
          <p:nvPr/>
        </p:nvSpPr>
        <p:spPr>
          <a:xfrm>
            <a:off x="3240073" y="1389380"/>
            <a:ext cx="2093927" cy="401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88E318A1-6604-7D00-F8F1-1797CEB02E90}"/>
              </a:ext>
            </a:extLst>
          </p:cNvPr>
          <p:cNvSpPr/>
          <p:nvPr/>
        </p:nvSpPr>
        <p:spPr>
          <a:xfrm>
            <a:off x="2494514" y="1389380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96469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666945-D479-0068-C9D8-F3E68ECBC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2B053A30-81DA-66DA-D732-3BB2576D0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982D5EC-14C8-2B5E-84DC-764A9E7DF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F2F07055-94EB-14A3-204A-25202A9B8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074A43BF-B439-EF9A-8AE7-9F1AD3C49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5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pt-BR" sz="2600" dirty="0">
                <a:solidFill>
                  <a:srgbClr val="FFFFFF"/>
                </a:solidFill>
              </a:rPr>
              <a:t>interpretar etapas da linha do tempo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7229FFDF-6E8E-672F-183E-221FAAFE47B0}"/>
              </a:ext>
            </a:extLst>
          </p:cNvPr>
          <p:cNvSpPr/>
          <p:nvPr/>
        </p:nvSpPr>
        <p:spPr>
          <a:xfrm>
            <a:off x="5219700" y="1731463"/>
            <a:ext cx="1847850" cy="685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3AD59A82-B0E5-D78A-304B-16C710EA2CBF}"/>
              </a:ext>
            </a:extLst>
          </p:cNvPr>
          <p:cNvSpPr/>
          <p:nvPr/>
        </p:nvSpPr>
        <p:spPr>
          <a:xfrm>
            <a:off x="4197241" y="1873703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92629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53E3BF-EC6A-B45D-422C-A6DC0BA92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E9A8CE90-1C56-8A12-F47C-006A9974E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ADD95C8-52F6-B088-A5F2-8E963893C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774202EF-54F4-CC8A-C773-43CCB1EE4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628" y="1171575"/>
            <a:ext cx="7734300" cy="4514850"/>
          </a:xfrm>
        </p:spPr>
        <p:txBody>
          <a:bodyPr>
            <a:noAutofit/>
          </a:bodyPr>
          <a:lstStyle/>
          <a:p>
            <a:r>
              <a:rPr lang="pt-BR" sz="6600" b="1" dirty="0"/>
              <a:t>Tarefa 6 </a:t>
            </a:r>
            <a:br>
              <a:rPr lang="pt-BR" sz="6600" b="1" dirty="0"/>
            </a:br>
            <a:r>
              <a:rPr lang="pt-BR" sz="6600" b="1" dirty="0"/>
              <a:t>– </a:t>
            </a:r>
            <a:br>
              <a:rPr lang="pt-BR" sz="6600" b="1" dirty="0"/>
            </a:br>
            <a:r>
              <a:rPr lang="pt-BR" sz="66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Gestão administrativa</a:t>
            </a:r>
            <a:br>
              <a:rPr lang="pt-BR" sz="6600" b="1" dirty="0"/>
            </a:b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9794660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541A88-B12B-0289-F31A-93B5FA29E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707EF680-B9BD-7C69-23A4-3DBA347D4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C54DA8F-7C74-06C8-14A7-76A4F6DF5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A71DB6EC-5F5B-8FEF-4371-613B027EC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815D0C35-D4C9-FEE3-B46E-73E226FF4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6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en-US" sz="2600" dirty="0" err="1">
                <a:solidFill>
                  <a:srgbClr val="FFFFFF"/>
                </a:solidFill>
              </a:rPr>
              <a:t>Gerente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59DB7137-7C46-9CD3-2EE6-4CAF44AC7EA9}"/>
              </a:ext>
            </a:extLst>
          </p:cNvPr>
          <p:cNvSpPr/>
          <p:nvPr/>
        </p:nvSpPr>
        <p:spPr>
          <a:xfrm>
            <a:off x="5857875" y="313055"/>
            <a:ext cx="647700" cy="401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2AE7BC67-59D8-5988-D959-554EC3534336}"/>
              </a:ext>
            </a:extLst>
          </p:cNvPr>
          <p:cNvSpPr/>
          <p:nvPr/>
        </p:nvSpPr>
        <p:spPr>
          <a:xfrm>
            <a:off x="5181600" y="313055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15877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A3D399-647E-E3EE-E265-AF5048686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3C64AA77-C70A-E594-B836-228898F3D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8613125-0028-866B-6080-523F20CFC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A7E9D3DF-C866-BEEE-1A5B-454F1BF12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6A5093E2-FDDA-F59D-4B80-041D56663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6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en-US" sz="2600" dirty="0" err="1">
                <a:solidFill>
                  <a:srgbClr val="FFFFFF"/>
                </a:solidFill>
              </a:rPr>
              <a:t>consultar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métricas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ED684FFD-A01C-B76B-FFE8-75B27B1B1D53}"/>
              </a:ext>
            </a:extLst>
          </p:cNvPr>
          <p:cNvSpPr/>
          <p:nvPr/>
        </p:nvSpPr>
        <p:spPr>
          <a:xfrm>
            <a:off x="2818364" y="1532255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87772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95D5DB-6770-4A32-628D-8AC702BA6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79323F39-EBA7-299C-1B08-28F252D38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2CD35ED-7761-0AC3-7F03-8BC22E4CF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640EA6FD-1414-071A-701A-205E54102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D0FBFCB5-8603-8A7F-EE41-0DAFF6003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6 </a:t>
            </a:r>
            <a:r>
              <a:rPr lang="en-US" sz="2600" dirty="0">
                <a:solidFill>
                  <a:srgbClr val="FFFFFF"/>
                </a:solidFill>
              </a:rPr>
              <a:t>– Estoque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8985750D-9154-817F-4750-3D598FF332A2}"/>
              </a:ext>
            </a:extLst>
          </p:cNvPr>
          <p:cNvSpPr/>
          <p:nvPr/>
        </p:nvSpPr>
        <p:spPr>
          <a:xfrm>
            <a:off x="7629525" y="313055"/>
            <a:ext cx="647700" cy="401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42641863-2BC9-8742-8781-6CD899B06385}"/>
              </a:ext>
            </a:extLst>
          </p:cNvPr>
          <p:cNvSpPr/>
          <p:nvPr/>
        </p:nvSpPr>
        <p:spPr>
          <a:xfrm>
            <a:off x="6915150" y="313055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16517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E3F0A4-BC79-6DE1-6372-880B029BA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9DC50335-06EF-EDFA-B9F8-BC1027448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70EC2E9-A489-B2C2-AE9C-F2E4DAE53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7C15CDAB-2E7B-F081-13AC-E85B65A8B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68AAC449-BBA7-992E-9E9D-4B52C2608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6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en-US" sz="2600" dirty="0" err="1">
                <a:solidFill>
                  <a:srgbClr val="FFFFFF"/>
                </a:solidFill>
              </a:rPr>
              <a:t>verificar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insumos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críticos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B82BEC68-F8AB-2B50-5EE9-6046E69AAE2F}"/>
              </a:ext>
            </a:extLst>
          </p:cNvPr>
          <p:cNvSpPr/>
          <p:nvPr/>
        </p:nvSpPr>
        <p:spPr>
          <a:xfrm>
            <a:off x="9877424" y="1941830"/>
            <a:ext cx="828675" cy="401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17CD3AC4-9BDE-6F42-C405-B03D50D9195C}"/>
              </a:ext>
            </a:extLst>
          </p:cNvPr>
          <p:cNvSpPr/>
          <p:nvPr/>
        </p:nvSpPr>
        <p:spPr>
          <a:xfrm>
            <a:off x="9077325" y="1941830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59682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472ED8-516B-AC25-14AF-F85BB4A46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C217DABD-6C80-55F3-36DC-222C0E8BAF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BEEF165-259F-CBB4-BE21-85DF0BDD0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17917064-7449-2B97-1DF0-35C8047908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D77E6CAF-269C-EAC9-E7EA-51D978EFE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6 </a:t>
            </a:r>
            <a:r>
              <a:rPr lang="en-US" sz="2600" dirty="0">
                <a:solidFill>
                  <a:srgbClr val="FFFFFF"/>
                </a:solidFill>
              </a:rPr>
              <a:t>–</a:t>
            </a:r>
            <a:r>
              <a:rPr lang="en-US" sz="2600" dirty="0" err="1">
                <a:solidFill>
                  <a:srgbClr val="FFFFFF"/>
                </a:solidFill>
              </a:rPr>
              <a:t>alterar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insumos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críticos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CA495B8E-BB99-17C3-22AF-B183A9A20777}"/>
              </a:ext>
            </a:extLst>
          </p:cNvPr>
          <p:cNvSpPr/>
          <p:nvPr/>
        </p:nvSpPr>
        <p:spPr>
          <a:xfrm>
            <a:off x="9782174" y="1970405"/>
            <a:ext cx="828675" cy="401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C4459FEA-4236-2843-4CB0-E58FD8673DE6}"/>
              </a:ext>
            </a:extLst>
          </p:cNvPr>
          <p:cNvSpPr/>
          <p:nvPr/>
        </p:nvSpPr>
        <p:spPr>
          <a:xfrm>
            <a:off x="9005831" y="1970405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38033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CAB5C3-6B0A-9B9B-436F-60176B91E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760508E8-4022-ACD1-3654-6090D71E2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36A4521-A1FA-7F79-4478-3289A4BF6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012543DB-FACD-DE6E-9D75-D3E51E253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5819704-E061-641E-DC5C-669CB01A8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6 </a:t>
            </a:r>
            <a:r>
              <a:rPr lang="en-US" sz="2600" dirty="0">
                <a:solidFill>
                  <a:srgbClr val="FFFFFF"/>
                </a:solidFill>
              </a:rPr>
              <a:t>–</a:t>
            </a:r>
            <a:r>
              <a:rPr lang="en-US" sz="2600" dirty="0" err="1">
                <a:solidFill>
                  <a:srgbClr val="FFFFFF"/>
                </a:solidFill>
              </a:rPr>
              <a:t>Pedidos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9109F9AD-3F58-13F7-BE3D-E995F8C0E4EE}"/>
              </a:ext>
            </a:extLst>
          </p:cNvPr>
          <p:cNvSpPr/>
          <p:nvPr/>
        </p:nvSpPr>
        <p:spPr>
          <a:xfrm>
            <a:off x="6422203" y="341630"/>
            <a:ext cx="561976" cy="401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6C918203-2ABA-04B9-6D22-D83C622195C3}"/>
              </a:ext>
            </a:extLst>
          </p:cNvPr>
          <p:cNvSpPr/>
          <p:nvPr/>
        </p:nvSpPr>
        <p:spPr>
          <a:xfrm>
            <a:off x="5772150" y="341630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19599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BAC5B8-AE92-B535-0A26-7594DABD5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2DEADAA7-16CA-14E3-E036-A323A9D64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6184C3F-C5D0-82AC-D7BE-E4E95756C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C79BCDDE-DC57-FF98-4668-3A78970C8C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5A3267D-0199-1889-2CE4-8EEDF0CB5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6 </a:t>
            </a:r>
            <a:r>
              <a:rPr lang="en-US" sz="2600" dirty="0">
                <a:solidFill>
                  <a:srgbClr val="FFFFFF"/>
                </a:solidFill>
              </a:rPr>
              <a:t>–</a:t>
            </a:r>
            <a:r>
              <a:rPr lang="en-US" sz="2600" dirty="0" err="1">
                <a:solidFill>
                  <a:srgbClr val="FFFFFF"/>
                </a:solidFill>
              </a:rPr>
              <a:t>alterar</a:t>
            </a:r>
            <a:r>
              <a:rPr lang="en-US" sz="2600" dirty="0">
                <a:solidFill>
                  <a:srgbClr val="FFFFFF"/>
                </a:solidFill>
              </a:rPr>
              <a:t> status.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EC9A3992-000D-ED90-C097-F368108A676B}"/>
              </a:ext>
            </a:extLst>
          </p:cNvPr>
          <p:cNvSpPr/>
          <p:nvPr/>
        </p:nvSpPr>
        <p:spPr>
          <a:xfrm>
            <a:off x="8889177" y="1770380"/>
            <a:ext cx="1864547" cy="401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BA9D42DB-8818-B0D3-7A8A-EF3894590523}"/>
              </a:ext>
            </a:extLst>
          </p:cNvPr>
          <p:cNvSpPr/>
          <p:nvPr/>
        </p:nvSpPr>
        <p:spPr>
          <a:xfrm>
            <a:off x="8151868" y="1770380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29935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718D4B-4EC8-85AC-36E7-B59BEF67B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D5A8772D-B292-E08C-4728-8F3315B81E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C0818E7-4000-6FDF-3C2B-77C2B521E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93CEFA64-A8FF-6963-D7A8-A90EED0CC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F483EDD-D23D-29CC-D840-1ABED4121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6 </a:t>
            </a:r>
            <a:r>
              <a:rPr lang="en-US" sz="2600" dirty="0">
                <a:solidFill>
                  <a:srgbClr val="FFFFFF"/>
                </a:solidFill>
              </a:rPr>
              <a:t>–</a:t>
            </a:r>
            <a:r>
              <a:rPr lang="en-US" sz="2600" dirty="0" err="1">
                <a:solidFill>
                  <a:srgbClr val="FFFFFF"/>
                </a:solidFill>
              </a:rPr>
              <a:t>verificar</a:t>
            </a:r>
            <a:r>
              <a:rPr lang="en-US" sz="2600" dirty="0">
                <a:solidFill>
                  <a:srgbClr val="FFFFFF"/>
                </a:solidFill>
              </a:rPr>
              <a:t> status.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DD816F05-1D33-D77A-BE43-8C37CB389C96}"/>
              </a:ext>
            </a:extLst>
          </p:cNvPr>
          <p:cNvSpPr/>
          <p:nvPr/>
        </p:nvSpPr>
        <p:spPr>
          <a:xfrm>
            <a:off x="8889177" y="1770380"/>
            <a:ext cx="1864547" cy="401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BEAFF843-3763-988C-58B4-2FC21CCE2D6E}"/>
              </a:ext>
            </a:extLst>
          </p:cNvPr>
          <p:cNvSpPr/>
          <p:nvPr/>
        </p:nvSpPr>
        <p:spPr>
          <a:xfrm>
            <a:off x="8151868" y="1770380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4811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</TotalTime>
  <Words>262</Words>
  <Application>Microsoft Office PowerPoint</Application>
  <PresentationFormat>Widescreen</PresentationFormat>
  <Paragraphs>41</Paragraphs>
  <Slides>41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41</vt:i4>
      </vt:variant>
    </vt:vector>
  </HeadingPairs>
  <TitlesOfParts>
    <vt:vector size="45" baseType="lpstr">
      <vt:lpstr>Aptos</vt:lpstr>
      <vt:lpstr>Aptos Display</vt:lpstr>
      <vt:lpstr>Arial</vt:lpstr>
      <vt:lpstr>Tema do Office</vt:lpstr>
      <vt:lpstr>Tarefa 1  –  Cadastro e entrada no sistema </vt:lpstr>
      <vt:lpstr>TAREFA 1 - Entre</vt:lpstr>
      <vt:lpstr>TAREFA 1 – Criar novo cadastro</vt:lpstr>
      <vt:lpstr>TAREFA 1 – Preencher nome, CPF, e-mail, telefone e senha</vt:lpstr>
      <vt:lpstr>TAREFA 1 – Resultado esperado</vt:lpstr>
      <vt:lpstr>Tarefa 2  –  Compra de produto do catálogo </vt:lpstr>
      <vt:lpstr>TAREFA 2 – Catálogo</vt:lpstr>
      <vt:lpstr>TAREFA 2 – Usar busca ou filtro</vt:lpstr>
      <vt:lpstr>TAREFA 2 – Detalhes ou Adicionar</vt:lpstr>
      <vt:lpstr>TAREFA 2 – Carrinho</vt:lpstr>
      <vt:lpstr>TAREFA 2 – alterar quantidade ou remover item se necessário</vt:lpstr>
      <vt:lpstr>TAREFA 2 – Avançar</vt:lpstr>
      <vt:lpstr>TAREFA 2 – Resultado esperado</vt:lpstr>
      <vt:lpstr>Tarefa 3  –  Encomenda personalizada </vt:lpstr>
      <vt:lpstr>TAREFA 3 – Encomenda</vt:lpstr>
      <vt:lpstr>TAREFA 3 –  selecionar formato, tamanho, recheio e cobertura</vt:lpstr>
      <vt:lpstr>TAREFA 3 – preencher mensagem/observações</vt:lpstr>
      <vt:lpstr>TAREFA 3 – adicionar ao carrinho</vt:lpstr>
      <vt:lpstr>TAREFA 3 – Avançar</vt:lpstr>
      <vt:lpstr>TAREFA 3 – Avançar</vt:lpstr>
      <vt:lpstr>TAREFA 3 – entrega/ retirada</vt:lpstr>
      <vt:lpstr>TAREFA 3 – Continuar para pagamento</vt:lpstr>
      <vt:lpstr>TAREFA 3 – Resultado esperado</vt:lpstr>
      <vt:lpstr>Tarefa 4  –  Pagamento e confirmação </vt:lpstr>
      <vt:lpstr>TAREFA 4 – Pagamento</vt:lpstr>
      <vt:lpstr>TAREFA 4 –  escolher Pix, cartão de crédito ou dinheiro na retirada</vt:lpstr>
      <vt:lpstr>TAREFA 4 –  Confirmar</vt:lpstr>
      <vt:lpstr>TAREFA 4 – Resultado esperado</vt:lpstr>
      <vt:lpstr>Tarefa 5  –  Acompanhamento de status </vt:lpstr>
      <vt:lpstr>TAREFA 5 – Status</vt:lpstr>
      <vt:lpstr>TAREFA 5 – localizar pedido</vt:lpstr>
      <vt:lpstr>TAREFA 5 – interpretar etapas da linha do tempo</vt:lpstr>
      <vt:lpstr>Tarefa 6  –  Gestão administrativa </vt:lpstr>
      <vt:lpstr>TAREFA 6 – Gerente</vt:lpstr>
      <vt:lpstr>TAREFA 6 – consultar métricas</vt:lpstr>
      <vt:lpstr>TAREFA 6 – Estoque</vt:lpstr>
      <vt:lpstr>TAREFA 6 – verificar insumos críticos</vt:lpstr>
      <vt:lpstr>TAREFA 6 –alterar insumos críticos</vt:lpstr>
      <vt:lpstr>TAREFA 6 –Pedidos</vt:lpstr>
      <vt:lpstr>TAREFA 6 –alterar status.</vt:lpstr>
      <vt:lpstr>TAREFA 6 –verificar status.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Antônio vicente da Cruz</dc:creator>
  <cp:lastModifiedBy>Antônio vicente da Cruz</cp:lastModifiedBy>
  <cp:revision>1</cp:revision>
  <dcterms:created xsi:type="dcterms:W3CDTF">2026-05-10T18:49:19Z</dcterms:created>
  <dcterms:modified xsi:type="dcterms:W3CDTF">2026-05-10T20:31:10Z</dcterms:modified>
</cp:coreProperties>
</file>